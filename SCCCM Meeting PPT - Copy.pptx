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slideLayouts/slideLayout6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D3CA_5B2B1BB6.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08" r:id="rId5"/>
    <p:sldMasterId id="2147483722" r:id="rId6"/>
    <p:sldMasterId id="2147483783" r:id="rId7"/>
    <p:sldMasterId id="2147483861" r:id="rId8"/>
  </p:sldMasterIdLst>
  <p:notesMasterIdLst>
    <p:notesMasterId r:id="rId21"/>
  </p:notesMasterIdLst>
  <p:sldIdLst>
    <p:sldId id="2147472206" r:id="rId9"/>
    <p:sldId id="1470" r:id="rId10"/>
    <p:sldId id="2147472295" r:id="rId11"/>
    <p:sldId id="2147472240" r:id="rId12"/>
    <p:sldId id="2147472330" r:id="rId13"/>
    <p:sldId id="2147472331" r:id="rId14"/>
    <p:sldId id="1536" r:id="rId15"/>
    <p:sldId id="2147472332" r:id="rId16"/>
    <p:sldId id="256" r:id="rId17"/>
    <p:sldId id="257" r:id="rId18"/>
    <p:sldId id="2147472341" r:id="rId19"/>
    <p:sldId id="214747232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4CD5C32-BD58-7958-0EDB-325D8918E92B}" name="Neren Heinjie Olarte" initials="NO" userId="S::olartene@unhcr.org::4a0e6b0b-0b3b-4958-99bf-365658c59726" providerId="AD"/>
  <p188:author id="{CB389DBA-4A18-0E2D-028E-4E2311B22ABD}" name="SHARMA HUMAGAIN Govinda" initials="SG" userId="S::gpshumagain@iom.int::ba4030b0-8a0f-459f-b152-1d9d265db7b2" providerId="AD"/>
  <p188:author id="{9E934AC1-8261-4524-8433-7C908CBFB4B7}" name="Mohammed Amimul Shakib" initials="MS" userId="S::shakibm@unhcr.org::efec9e9b-9238-432e-a5bf-ee94e9ef8238" providerId="AD"/>
  <p188:author id="{4052B1C6-E7E2-A1E3-0B03-D5E25BAFA06F}" name="Adil Ahmmed" initials="AA" userId="S::adil@iscgcxb.org::34bdba88-583a-427d-9e2e-d724432c4612" providerId="AD"/>
  <p188:author id="{CDC393CF-92E3-969A-936D-A972F7B8CE18}" name="Vincent Dupin" initials="VD" userId="S::dupin@unhcr.org::7e3df5e6-a58f-4680-99e7-1603c17320fd" providerId="AD"/>
  <p188:author id="{86B2ACE9-9D9A-0346-6F2F-E7F3C87E26EA}" name="Adil Ahmmed" initials="AA" userId="S::ahmmed@unhcr.org::b9a3017d-ad8c-433d-b1b6-2d874d901758" providerId="AD"/>
  <p188:author id="{5855ABF1-1910-459F-A508-29D846673812}" name="TAABU Emmanuel Daniel" initials="TD" userId="S::etaabu@iom.int::ec3eb3b3-8010-4af6-8d66-7a14329aab5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EE4"/>
    <a:srgbClr val="D0F0EA"/>
    <a:srgbClr val="FFD8D7"/>
    <a:srgbClr val="FFECD1"/>
    <a:srgbClr val="E9F8F5"/>
    <a:srgbClr val="8DC0FF"/>
    <a:srgbClr val="D7DCFF"/>
    <a:srgbClr val="FFFFFF"/>
    <a:srgbClr val="5B9BD5"/>
    <a:srgbClr val="DCE6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presProps" Target="pres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Amimul Shakib" userId="efec9e9b-9238-432e-a5bf-ee94e9ef8238" providerId="ADAL" clId="{6EAF1B1F-6579-4569-A0D8-BCDC6A672C89}"/>
    <pc:docChg chg="delSld modSld sldOrd delMainMaster">
      <pc:chgData name="Mohammed Amimul Shakib" userId="efec9e9b-9238-432e-a5bf-ee94e9ef8238" providerId="ADAL" clId="{6EAF1B1F-6579-4569-A0D8-BCDC6A672C89}" dt="2026-10-04T20:57:22.327" v="12" actId="47"/>
      <pc:docMkLst>
        <pc:docMk/>
      </pc:docMkLst>
      <pc:sldChg chg="del">
        <pc:chgData name="Mohammed Amimul Shakib" userId="efec9e9b-9238-432e-a5bf-ee94e9ef8238" providerId="ADAL" clId="{6EAF1B1F-6579-4569-A0D8-BCDC6A672C89}" dt="2026-10-04T20:57:22.327" v="12" actId="47"/>
        <pc:sldMkLst>
          <pc:docMk/>
          <pc:sldMk cId="592815108" sldId="258"/>
        </pc:sldMkLst>
      </pc:sldChg>
      <pc:sldChg chg="del">
        <pc:chgData name="Mohammed Amimul Shakib" userId="efec9e9b-9238-432e-a5bf-ee94e9ef8238" providerId="ADAL" clId="{6EAF1B1F-6579-4569-A0D8-BCDC6A672C89}" dt="2026-10-04T20:57:22.327" v="12" actId="47"/>
        <pc:sldMkLst>
          <pc:docMk/>
          <pc:sldMk cId="2646677000" sldId="259"/>
        </pc:sldMkLst>
      </pc:sldChg>
      <pc:sldChg chg="del">
        <pc:chgData name="Mohammed Amimul Shakib" userId="efec9e9b-9238-432e-a5bf-ee94e9ef8238" providerId="ADAL" clId="{6EAF1B1F-6579-4569-A0D8-BCDC6A672C89}" dt="2026-10-04T20:57:22.327" v="12" actId="47"/>
        <pc:sldMkLst>
          <pc:docMk/>
          <pc:sldMk cId="2313058868" sldId="260"/>
        </pc:sldMkLst>
      </pc:sldChg>
      <pc:sldChg chg="del">
        <pc:chgData name="Mohammed Amimul Shakib" userId="efec9e9b-9238-432e-a5bf-ee94e9ef8238" providerId="ADAL" clId="{6EAF1B1F-6579-4569-A0D8-BCDC6A672C89}" dt="2026-10-04T20:57:22.327" v="12" actId="47"/>
        <pc:sldMkLst>
          <pc:docMk/>
          <pc:sldMk cId="0" sldId="286"/>
        </pc:sldMkLst>
      </pc:sldChg>
      <pc:sldChg chg="del">
        <pc:chgData name="Mohammed Amimul Shakib" userId="efec9e9b-9238-432e-a5bf-ee94e9ef8238" providerId="ADAL" clId="{6EAF1B1F-6579-4569-A0D8-BCDC6A672C89}" dt="2026-10-04T20:57:22.327" v="12" actId="47"/>
        <pc:sldMkLst>
          <pc:docMk/>
          <pc:sldMk cId="10900693" sldId="287"/>
        </pc:sldMkLst>
      </pc:sldChg>
      <pc:sldChg chg="del">
        <pc:chgData name="Mohammed Amimul Shakib" userId="efec9e9b-9238-432e-a5bf-ee94e9ef8238" providerId="ADAL" clId="{6EAF1B1F-6579-4569-A0D8-BCDC6A672C89}" dt="2026-10-04T20:57:22.327" v="12" actId="47"/>
        <pc:sldMkLst>
          <pc:docMk/>
          <pc:sldMk cId="1118961807" sldId="1494"/>
        </pc:sldMkLst>
      </pc:sldChg>
      <pc:sldChg chg="del">
        <pc:chgData name="Mohammed Amimul Shakib" userId="efec9e9b-9238-432e-a5bf-ee94e9ef8238" providerId="ADAL" clId="{6EAF1B1F-6579-4569-A0D8-BCDC6A672C89}" dt="2026-10-04T20:57:05.448" v="7" actId="47"/>
        <pc:sldMkLst>
          <pc:docMk/>
          <pc:sldMk cId="1823712935" sldId="1530"/>
        </pc:sldMkLst>
      </pc:sldChg>
      <pc:sldChg chg="del">
        <pc:chgData name="Mohammed Amimul Shakib" userId="efec9e9b-9238-432e-a5bf-ee94e9ef8238" providerId="ADAL" clId="{6EAF1B1F-6579-4569-A0D8-BCDC6A672C89}" dt="2026-10-04T20:57:22.327" v="12" actId="47"/>
        <pc:sldMkLst>
          <pc:docMk/>
          <pc:sldMk cId="1559935557" sldId="2147375638"/>
        </pc:sldMkLst>
      </pc:sldChg>
      <pc:sldChg chg="del">
        <pc:chgData name="Mohammed Amimul Shakib" userId="efec9e9b-9238-432e-a5bf-ee94e9ef8238" providerId="ADAL" clId="{6EAF1B1F-6579-4569-A0D8-BCDC6A672C89}" dt="2026-10-04T20:57:22.327" v="12" actId="47"/>
        <pc:sldMkLst>
          <pc:docMk/>
          <pc:sldMk cId="1024057546" sldId="2147375639"/>
        </pc:sldMkLst>
      </pc:sldChg>
      <pc:sldChg chg="del">
        <pc:chgData name="Mohammed Amimul Shakib" userId="efec9e9b-9238-432e-a5bf-ee94e9ef8238" providerId="ADAL" clId="{6EAF1B1F-6579-4569-A0D8-BCDC6A672C89}" dt="2026-10-04T20:57:22.327" v="12" actId="47"/>
        <pc:sldMkLst>
          <pc:docMk/>
          <pc:sldMk cId="269417043" sldId="2147375640"/>
        </pc:sldMkLst>
      </pc:sldChg>
      <pc:sldChg chg="del">
        <pc:chgData name="Mohammed Amimul Shakib" userId="efec9e9b-9238-432e-a5bf-ee94e9ef8238" providerId="ADAL" clId="{6EAF1B1F-6579-4569-A0D8-BCDC6A672C89}" dt="2026-10-04T20:57:22.327" v="12" actId="47"/>
        <pc:sldMkLst>
          <pc:docMk/>
          <pc:sldMk cId="674268099" sldId="2147472208"/>
        </pc:sldMkLst>
      </pc:sldChg>
      <pc:sldChg chg="del">
        <pc:chgData name="Mohammed Amimul Shakib" userId="efec9e9b-9238-432e-a5bf-ee94e9ef8238" providerId="ADAL" clId="{6EAF1B1F-6579-4569-A0D8-BCDC6A672C89}" dt="2026-10-04T20:57:22.327" v="12" actId="47"/>
        <pc:sldMkLst>
          <pc:docMk/>
          <pc:sldMk cId="407407633" sldId="2147472294"/>
        </pc:sldMkLst>
      </pc:sldChg>
      <pc:sldChg chg="del">
        <pc:chgData name="Mohammed Amimul Shakib" userId="efec9e9b-9238-432e-a5bf-ee94e9ef8238" providerId="ADAL" clId="{6EAF1B1F-6579-4569-A0D8-BCDC6A672C89}" dt="2026-10-04T20:57:22.327" v="12" actId="47"/>
        <pc:sldMkLst>
          <pc:docMk/>
          <pc:sldMk cId="2920690267" sldId="2147472317"/>
        </pc:sldMkLst>
      </pc:sldChg>
      <pc:sldChg chg="del">
        <pc:chgData name="Mohammed Amimul Shakib" userId="efec9e9b-9238-432e-a5bf-ee94e9ef8238" providerId="ADAL" clId="{6EAF1B1F-6579-4569-A0D8-BCDC6A672C89}" dt="2026-10-04T20:57:08.543" v="9" actId="47"/>
        <pc:sldMkLst>
          <pc:docMk/>
          <pc:sldMk cId="1365734286" sldId="2147472319"/>
        </pc:sldMkLst>
      </pc:sldChg>
      <pc:sldChg chg="del">
        <pc:chgData name="Mohammed Amimul Shakib" userId="efec9e9b-9238-432e-a5bf-ee94e9ef8238" providerId="ADAL" clId="{6EAF1B1F-6579-4569-A0D8-BCDC6A672C89}" dt="2026-10-04T20:56:58.427" v="4" actId="47"/>
        <pc:sldMkLst>
          <pc:docMk/>
          <pc:sldMk cId="3894113923" sldId="2147472321"/>
        </pc:sldMkLst>
      </pc:sldChg>
      <pc:sldChg chg="del">
        <pc:chgData name="Mohammed Amimul Shakib" userId="efec9e9b-9238-432e-a5bf-ee94e9ef8238" providerId="ADAL" clId="{6EAF1B1F-6579-4569-A0D8-BCDC6A672C89}" dt="2026-10-04T20:57:22.327" v="12" actId="47"/>
        <pc:sldMkLst>
          <pc:docMk/>
          <pc:sldMk cId="3640205641" sldId="2147472325"/>
        </pc:sldMkLst>
      </pc:sldChg>
      <pc:sldChg chg="del">
        <pc:chgData name="Mohammed Amimul Shakib" userId="efec9e9b-9238-432e-a5bf-ee94e9ef8238" providerId="ADAL" clId="{6EAF1B1F-6579-4569-A0D8-BCDC6A672C89}" dt="2026-10-04T20:57:22.327" v="12" actId="47"/>
        <pc:sldMkLst>
          <pc:docMk/>
          <pc:sldMk cId="1132076103" sldId="2147472326"/>
        </pc:sldMkLst>
      </pc:sldChg>
      <pc:sldChg chg="del">
        <pc:chgData name="Mohammed Amimul Shakib" userId="efec9e9b-9238-432e-a5bf-ee94e9ef8238" providerId="ADAL" clId="{6EAF1B1F-6579-4569-A0D8-BCDC6A672C89}" dt="2026-10-04T20:57:04.433" v="6" actId="47"/>
        <pc:sldMkLst>
          <pc:docMk/>
          <pc:sldMk cId="2666502802" sldId="2147472333"/>
        </pc:sldMkLst>
      </pc:sldChg>
      <pc:sldChg chg="del">
        <pc:chgData name="Mohammed Amimul Shakib" userId="efec9e9b-9238-432e-a5bf-ee94e9ef8238" providerId="ADAL" clId="{6EAF1B1F-6579-4569-A0D8-BCDC6A672C89}" dt="2026-10-04T20:56:56.829" v="3" actId="47"/>
        <pc:sldMkLst>
          <pc:docMk/>
          <pc:sldMk cId="3299728293" sldId="2147472334"/>
        </pc:sldMkLst>
      </pc:sldChg>
      <pc:sldChg chg="del ord">
        <pc:chgData name="Mohammed Amimul Shakib" userId="efec9e9b-9238-432e-a5bf-ee94e9ef8238" providerId="ADAL" clId="{6EAF1B1F-6579-4569-A0D8-BCDC6A672C89}" dt="2026-10-04T20:56:59.764" v="5" actId="47"/>
        <pc:sldMkLst>
          <pc:docMk/>
          <pc:sldMk cId="4293397812" sldId="2147472335"/>
        </pc:sldMkLst>
      </pc:sldChg>
      <pc:sldChg chg="del">
        <pc:chgData name="Mohammed Amimul Shakib" userId="efec9e9b-9238-432e-a5bf-ee94e9ef8238" providerId="ADAL" clId="{6EAF1B1F-6579-4569-A0D8-BCDC6A672C89}" dt="2026-10-04T20:57:07.002" v="8" actId="47"/>
        <pc:sldMkLst>
          <pc:docMk/>
          <pc:sldMk cId="1411954852" sldId="2147472336"/>
        </pc:sldMkLst>
      </pc:sldChg>
      <pc:sldChg chg="del">
        <pc:chgData name="Mohammed Amimul Shakib" userId="efec9e9b-9238-432e-a5bf-ee94e9ef8238" providerId="ADAL" clId="{6EAF1B1F-6579-4569-A0D8-BCDC6A672C89}" dt="2026-10-04T20:57:12.625" v="11" actId="47"/>
        <pc:sldMkLst>
          <pc:docMk/>
          <pc:sldMk cId="1581690982" sldId="2147472338"/>
        </pc:sldMkLst>
      </pc:sldChg>
      <pc:sldChg chg="del">
        <pc:chgData name="Mohammed Amimul Shakib" userId="efec9e9b-9238-432e-a5bf-ee94e9ef8238" providerId="ADAL" clId="{6EAF1B1F-6579-4569-A0D8-BCDC6A672C89}" dt="2026-10-04T20:57:22.327" v="12" actId="47"/>
        <pc:sldMkLst>
          <pc:docMk/>
          <pc:sldMk cId="1746581616" sldId="2147472339"/>
        </pc:sldMkLst>
      </pc:sldChg>
      <pc:sldChg chg="del">
        <pc:chgData name="Mohammed Amimul Shakib" userId="efec9e9b-9238-432e-a5bf-ee94e9ef8238" providerId="ADAL" clId="{6EAF1B1F-6579-4569-A0D8-BCDC6A672C89}" dt="2026-10-04T20:57:10.799" v="10" actId="47"/>
        <pc:sldMkLst>
          <pc:docMk/>
          <pc:sldMk cId="3651355021" sldId="2147472340"/>
        </pc:sldMkLst>
      </pc:sldChg>
      <pc:sldMasterChg chg="del delSldLayout">
        <pc:chgData name="Mohammed Amimul Shakib" userId="efec9e9b-9238-432e-a5bf-ee94e9ef8238" providerId="ADAL" clId="{6EAF1B1F-6579-4569-A0D8-BCDC6A672C89}" dt="2026-10-04T20:57:22.327" v="12" actId="47"/>
        <pc:sldMasterMkLst>
          <pc:docMk/>
          <pc:sldMasterMk cId="798518662" sldId="2147483662"/>
        </pc:sldMasterMkLst>
        <pc:sldLayoutChg chg="del">
          <pc:chgData name="Mohammed Amimul Shakib" userId="efec9e9b-9238-432e-a5bf-ee94e9ef8238" providerId="ADAL" clId="{6EAF1B1F-6579-4569-A0D8-BCDC6A672C89}" dt="2026-10-04T20:57:22.327" v="12" actId="47"/>
          <pc:sldLayoutMkLst>
            <pc:docMk/>
            <pc:sldMasterMk cId="798518662" sldId="2147483662"/>
            <pc:sldLayoutMk cId="1353708607" sldId="2147483665"/>
          </pc:sldLayoutMkLst>
        </pc:sldLayoutChg>
        <pc:sldLayoutChg chg="del">
          <pc:chgData name="Mohammed Amimul Shakib" userId="efec9e9b-9238-432e-a5bf-ee94e9ef8238" providerId="ADAL" clId="{6EAF1B1F-6579-4569-A0D8-BCDC6A672C89}" dt="2026-10-04T20:57:22.327" v="12" actId="47"/>
          <pc:sldLayoutMkLst>
            <pc:docMk/>
            <pc:sldMasterMk cId="798518662" sldId="2147483662"/>
            <pc:sldLayoutMk cId="2396849705" sldId="2147483666"/>
          </pc:sldLayoutMkLst>
        </pc:sldLayoutChg>
        <pc:sldLayoutChg chg="del">
          <pc:chgData name="Mohammed Amimul Shakib" userId="efec9e9b-9238-432e-a5bf-ee94e9ef8238" providerId="ADAL" clId="{6EAF1B1F-6579-4569-A0D8-BCDC6A672C89}" dt="2026-10-04T20:57:22.327" v="12" actId="47"/>
          <pc:sldLayoutMkLst>
            <pc:docMk/>
            <pc:sldMasterMk cId="798518662" sldId="2147483662"/>
            <pc:sldLayoutMk cId="2699459264" sldId="2147483667"/>
          </pc:sldLayoutMkLst>
        </pc:sldLayoutChg>
        <pc:sldLayoutChg chg="del">
          <pc:chgData name="Mohammed Amimul Shakib" userId="efec9e9b-9238-432e-a5bf-ee94e9ef8238" providerId="ADAL" clId="{6EAF1B1F-6579-4569-A0D8-BCDC6A672C89}" dt="2026-10-04T20:57:22.327" v="12" actId="47"/>
          <pc:sldLayoutMkLst>
            <pc:docMk/>
            <pc:sldMasterMk cId="798518662" sldId="2147483662"/>
            <pc:sldLayoutMk cId="5952451" sldId="2147483668"/>
          </pc:sldLayoutMkLst>
        </pc:sldLayoutChg>
        <pc:sldLayoutChg chg="del">
          <pc:chgData name="Mohammed Amimul Shakib" userId="efec9e9b-9238-432e-a5bf-ee94e9ef8238" providerId="ADAL" clId="{6EAF1B1F-6579-4569-A0D8-BCDC6A672C89}" dt="2026-10-04T20:57:22.327" v="12" actId="47"/>
          <pc:sldLayoutMkLst>
            <pc:docMk/>
            <pc:sldMasterMk cId="798518662" sldId="2147483662"/>
            <pc:sldLayoutMk cId="4162259644" sldId="2147483669"/>
          </pc:sldLayoutMkLst>
        </pc:sldLayoutChg>
        <pc:sldLayoutChg chg="del">
          <pc:chgData name="Mohammed Amimul Shakib" userId="efec9e9b-9238-432e-a5bf-ee94e9ef8238" providerId="ADAL" clId="{6EAF1B1F-6579-4569-A0D8-BCDC6A672C89}" dt="2026-10-04T20:57:22.327" v="12" actId="47"/>
          <pc:sldLayoutMkLst>
            <pc:docMk/>
            <pc:sldMasterMk cId="798518662" sldId="2147483662"/>
            <pc:sldLayoutMk cId="2783727273" sldId="2147483670"/>
          </pc:sldLayoutMkLst>
        </pc:sldLayoutChg>
        <pc:sldLayoutChg chg="del">
          <pc:chgData name="Mohammed Amimul Shakib" userId="efec9e9b-9238-432e-a5bf-ee94e9ef8238" providerId="ADAL" clId="{6EAF1B1F-6579-4569-A0D8-BCDC6A672C89}" dt="2026-10-04T20:57:22.327" v="12" actId="47"/>
          <pc:sldLayoutMkLst>
            <pc:docMk/>
            <pc:sldMasterMk cId="798518662" sldId="2147483662"/>
            <pc:sldLayoutMk cId="2435661626" sldId="2147483671"/>
          </pc:sldLayoutMkLst>
        </pc:sldLayoutChg>
        <pc:sldLayoutChg chg="del">
          <pc:chgData name="Mohammed Amimul Shakib" userId="efec9e9b-9238-432e-a5bf-ee94e9ef8238" providerId="ADAL" clId="{6EAF1B1F-6579-4569-A0D8-BCDC6A672C89}" dt="2026-10-04T20:57:22.327" v="12" actId="47"/>
          <pc:sldLayoutMkLst>
            <pc:docMk/>
            <pc:sldMasterMk cId="798518662" sldId="2147483662"/>
            <pc:sldLayoutMk cId="537349811" sldId="2147483672"/>
          </pc:sldLayoutMkLst>
        </pc:sldLayoutChg>
      </pc:sldMasterChg>
      <pc:sldMasterChg chg="delSldLayout">
        <pc:chgData name="Mohammed Amimul Shakib" userId="efec9e9b-9238-432e-a5bf-ee94e9ef8238" providerId="ADAL" clId="{6EAF1B1F-6579-4569-A0D8-BCDC6A672C89}" dt="2026-10-04T20:57:22.327" v="12" actId="47"/>
        <pc:sldMasterMkLst>
          <pc:docMk/>
          <pc:sldMasterMk cId="256005413" sldId="2147483722"/>
        </pc:sldMasterMkLst>
        <pc:sldLayoutChg chg="del">
          <pc:chgData name="Mohammed Amimul Shakib" userId="efec9e9b-9238-432e-a5bf-ee94e9ef8238" providerId="ADAL" clId="{6EAF1B1F-6579-4569-A0D8-BCDC6A672C89}" dt="2026-10-04T20:57:22.327" v="12" actId="47"/>
          <pc:sldLayoutMkLst>
            <pc:docMk/>
            <pc:sldMasterMk cId="256005413" sldId="2147483722"/>
            <pc:sldLayoutMk cId="1999883847" sldId="2147483809"/>
          </pc:sldLayoutMkLst>
        </pc:sldLayoutChg>
      </pc:sldMasterChg>
      <pc:sldMasterChg chg="del delSldLayout">
        <pc:chgData name="Mohammed Amimul Shakib" userId="efec9e9b-9238-432e-a5bf-ee94e9ef8238" providerId="ADAL" clId="{6EAF1B1F-6579-4569-A0D8-BCDC6A672C89}" dt="2026-10-04T20:57:22.327" v="12" actId="47"/>
        <pc:sldMasterMkLst>
          <pc:docMk/>
          <pc:sldMasterMk cId="3547036492" sldId="2147483810"/>
        </pc:sldMasterMkLst>
        <pc:sldLayoutChg chg="del">
          <pc:chgData name="Mohammed Amimul Shakib" userId="efec9e9b-9238-432e-a5bf-ee94e9ef8238" providerId="ADAL" clId="{6EAF1B1F-6579-4569-A0D8-BCDC6A672C89}" dt="2026-10-04T20:57:22.327" v="12" actId="47"/>
          <pc:sldLayoutMkLst>
            <pc:docMk/>
            <pc:sldMasterMk cId="3547036492" sldId="2147483810"/>
            <pc:sldLayoutMk cId="1641837080" sldId="2147483811"/>
          </pc:sldLayoutMkLst>
        </pc:sldLayoutChg>
        <pc:sldLayoutChg chg="del">
          <pc:chgData name="Mohammed Amimul Shakib" userId="efec9e9b-9238-432e-a5bf-ee94e9ef8238" providerId="ADAL" clId="{6EAF1B1F-6579-4569-A0D8-BCDC6A672C89}" dt="2026-10-04T20:57:22.327" v="12" actId="47"/>
          <pc:sldLayoutMkLst>
            <pc:docMk/>
            <pc:sldMasterMk cId="3547036492" sldId="2147483810"/>
            <pc:sldLayoutMk cId="1497508893" sldId="2147483812"/>
          </pc:sldLayoutMkLst>
        </pc:sldLayoutChg>
        <pc:sldLayoutChg chg="del">
          <pc:chgData name="Mohammed Amimul Shakib" userId="efec9e9b-9238-432e-a5bf-ee94e9ef8238" providerId="ADAL" clId="{6EAF1B1F-6579-4569-A0D8-BCDC6A672C89}" dt="2026-10-04T20:57:22.327" v="12" actId="47"/>
          <pc:sldLayoutMkLst>
            <pc:docMk/>
            <pc:sldMasterMk cId="3547036492" sldId="2147483810"/>
            <pc:sldLayoutMk cId="186275912" sldId="2147483813"/>
          </pc:sldLayoutMkLst>
        </pc:sldLayoutChg>
        <pc:sldLayoutChg chg="del">
          <pc:chgData name="Mohammed Amimul Shakib" userId="efec9e9b-9238-432e-a5bf-ee94e9ef8238" providerId="ADAL" clId="{6EAF1B1F-6579-4569-A0D8-BCDC6A672C89}" dt="2026-10-04T20:57:22.327" v="12" actId="47"/>
          <pc:sldLayoutMkLst>
            <pc:docMk/>
            <pc:sldMasterMk cId="3547036492" sldId="2147483810"/>
            <pc:sldLayoutMk cId="2828758377" sldId="2147483814"/>
          </pc:sldLayoutMkLst>
        </pc:sldLayoutChg>
        <pc:sldLayoutChg chg="del">
          <pc:chgData name="Mohammed Amimul Shakib" userId="efec9e9b-9238-432e-a5bf-ee94e9ef8238" providerId="ADAL" clId="{6EAF1B1F-6579-4569-A0D8-BCDC6A672C89}" dt="2026-10-04T20:57:22.327" v="12" actId="47"/>
          <pc:sldLayoutMkLst>
            <pc:docMk/>
            <pc:sldMasterMk cId="3547036492" sldId="2147483810"/>
            <pc:sldLayoutMk cId="1914639972" sldId="2147483815"/>
          </pc:sldLayoutMkLst>
        </pc:sldLayoutChg>
        <pc:sldLayoutChg chg="del">
          <pc:chgData name="Mohammed Amimul Shakib" userId="efec9e9b-9238-432e-a5bf-ee94e9ef8238" providerId="ADAL" clId="{6EAF1B1F-6579-4569-A0D8-BCDC6A672C89}" dt="2026-10-04T20:57:22.327" v="12" actId="47"/>
          <pc:sldLayoutMkLst>
            <pc:docMk/>
            <pc:sldMasterMk cId="3547036492" sldId="2147483810"/>
            <pc:sldLayoutMk cId="2250575251" sldId="2147483816"/>
          </pc:sldLayoutMkLst>
        </pc:sldLayoutChg>
        <pc:sldLayoutChg chg="del">
          <pc:chgData name="Mohammed Amimul Shakib" userId="efec9e9b-9238-432e-a5bf-ee94e9ef8238" providerId="ADAL" clId="{6EAF1B1F-6579-4569-A0D8-BCDC6A672C89}" dt="2026-10-04T20:57:22.327" v="12" actId="47"/>
          <pc:sldLayoutMkLst>
            <pc:docMk/>
            <pc:sldMasterMk cId="3547036492" sldId="2147483810"/>
            <pc:sldLayoutMk cId="2261409318" sldId="2147483817"/>
          </pc:sldLayoutMkLst>
        </pc:sldLayoutChg>
        <pc:sldLayoutChg chg="del">
          <pc:chgData name="Mohammed Amimul Shakib" userId="efec9e9b-9238-432e-a5bf-ee94e9ef8238" providerId="ADAL" clId="{6EAF1B1F-6579-4569-A0D8-BCDC6A672C89}" dt="2026-10-04T20:57:22.327" v="12" actId="47"/>
          <pc:sldLayoutMkLst>
            <pc:docMk/>
            <pc:sldMasterMk cId="3547036492" sldId="2147483810"/>
            <pc:sldLayoutMk cId="25746246" sldId="2147483818"/>
          </pc:sldLayoutMkLst>
        </pc:sldLayoutChg>
        <pc:sldLayoutChg chg="del">
          <pc:chgData name="Mohammed Amimul Shakib" userId="efec9e9b-9238-432e-a5bf-ee94e9ef8238" providerId="ADAL" clId="{6EAF1B1F-6579-4569-A0D8-BCDC6A672C89}" dt="2026-10-04T20:57:22.327" v="12" actId="47"/>
          <pc:sldLayoutMkLst>
            <pc:docMk/>
            <pc:sldMasterMk cId="3547036492" sldId="2147483810"/>
            <pc:sldLayoutMk cId="1280895076" sldId="2147483819"/>
          </pc:sldLayoutMkLst>
        </pc:sldLayoutChg>
        <pc:sldLayoutChg chg="del">
          <pc:chgData name="Mohammed Amimul Shakib" userId="efec9e9b-9238-432e-a5bf-ee94e9ef8238" providerId="ADAL" clId="{6EAF1B1F-6579-4569-A0D8-BCDC6A672C89}" dt="2026-10-04T20:57:22.327" v="12" actId="47"/>
          <pc:sldLayoutMkLst>
            <pc:docMk/>
            <pc:sldMasterMk cId="3547036492" sldId="2147483810"/>
            <pc:sldLayoutMk cId="3536620240" sldId="2147483820"/>
          </pc:sldLayoutMkLst>
        </pc:sldLayoutChg>
        <pc:sldLayoutChg chg="del">
          <pc:chgData name="Mohammed Amimul Shakib" userId="efec9e9b-9238-432e-a5bf-ee94e9ef8238" providerId="ADAL" clId="{6EAF1B1F-6579-4569-A0D8-BCDC6A672C89}" dt="2026-10-04T20:57:22.327" v="12" actId="47"/>
          <pc:sldLayoutMkLst>
            <pc:docMk/>
            <pc:sldMasterMk cId="3547036492" sldId="2147483810"/>
            <pc:sldLayoutMk cId="3763692310" sldId="2147483821"/>
          </pc:sldLayoutMkLst>
        </pc:sldLayoutChg>
        <pc:sldLayoutChg chg="del">
          <pc:chgData name="Mohammed Amimul Shakib" userId="efec9e9b-9238-432e-a5bf-ee94e9ef8238" providerId="ADAL" clId="{6EAF1B1F-6579-4569-A0D8-BCDC6A672C89}" dt="2026-10-04T20:57:22.327" v="12" actId="47"/>
          <pc:sldLayoutMkLst>
            <pc:docMk/>
            <pc:sldMasterMk cId="3547036492" sldId="2147483810"/>
            <pc:sldLayoutMk cId="1002524606" sldId="2147483823"/>
          </pc:sldLayoutMkLst>
        </pc:sldLayoutChg>
      </pc:sldMasterChg>
      <pc:sldMasterChg chg="del delSldLayout">
        <pc:chgData name="Mohammed Amimul Shakib" userId="efec9e9b-9238-432e-a5bf-ee94e9ef8238" providerId="ADAL" clId="{6EAF1B1F-6579-4569-A0D8-BCDC6A672C89}" dt="2026-10-04T20:57:22.327" v="12" actId="47"/>
        <pc:sldMasterMkLst>
          <pc:docMk/>
          <pc:sldMasterMk cId="2027978841" sldId="2147483824"/>
        </pc:sldMasterMkLst>
        <pc:sldLayoutChg chg="del">
          <pc:chgData name="Mohammed Amimul Shakib" userId="efec9e9b-9238-432e-a5bf-ee94e9ef8238" providerId="ADAL" clId="{6EAF1B1F-6579-4569-A0D8-BCDC6A672C89}" dt="2026-10-04T20:57:22.327" v="12" actId="47"/>
          <pc:sldLayoutMkLst>
            <pc:docMk/>
            <pc:sldMasterMk cId="2027978841" sldId="2147483824"/>
            <pc:sldLayoutMk cId="933946205" sldId="2147483825"/>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2902379336" sldId="2147483826"/>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786373360" sldId="2147483827"/>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2261536565" sldId="2147483828"/>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3850094652" sldId="2147483829"/>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588277388" sldId="2147483830"/>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3545899498" sldId="2147483831"/>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373831912" sldId="2147483832"/>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2083798519" sldId="2147483833"/>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1126135927" sldId="2147483834"/>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1076493506" sldId="2147483835"/>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307967040" sldId="2147483836"/>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4079099934" sldId="2147483837"/>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849349860" sldId="2147483838"/>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483165853" sldId="2147483839"/>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3335526113" sldId="2147483840"/>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1574354768" sldId="2147483841"/>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412425422" sldId="2147483842"/>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2338417707" sldId="2147483843"/>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4220062328" sldId="2147483844"/>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503208396" sldId="2147483845"/>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747625497" sldId="2147483846"/>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2168796878" sldId="2147483847"/>
          </pc:sldLayoutMkLst>
        </pc:sldLayoutChg>
        <pc:sldLayoutChg chg="del">
          <pc:chgData name="Mohammed Amimul Shakib" userId="efec9e9b-9238-432e-a5bf-ee94e9ef8238" providerId="ADAL" clId="{6EAF1B1F-6579-4569-A0D8-BCDC6A672C89}" dt="2026-10-04T20:57:22.327" v="12" actId="47"/>
          <pc:sldLayoutMkLst>
            <pc:docMk/>
            <pc:sldMasterMk cId="2027978841" sldId="2147483824"/>
            <pc:sldLayoutMk cId="1334128620" sldId="2147483848"/>
          </pc:sldLayoutMkLst>
        </pc:sldLayoutChg>
      </pc:sldMasterChg>
      <pc:sldMasterChg chg="del delSldLayout">
        <pc:chgData name="Mohammed Amimul Shakib" userId="efec9e9b-9238-432e-a5bf-ee94e9ef8238" providerId="ADAL" clId="{6EAF1B1F-6579-4569-A0D8-BCDC6A672C89}" dt="2026-10-04T20:57:22.327" v="12" actId="47"/>
        <pc:sldMasterMkLst>
          <pc:docMk/>
          <pc:sldMasterMk cId="1845279986" sldId="2147483849"/>
        </pc:sldMasterMkLst>
        <pc:sldLayoutChg chg="del">
          <pc:chgData name="Mohammed Amimul Shakib" userId="efec9e9b-9238-432e-a5bf-ee94e9ef8238" providerId="ADAL" clId="{6EAF1B1F-6579-4569-A0D8-BCDC6A672C89}" dt="2026-10-04T20:57:22.327" v="12" actId="47"/>
          <pc:sldLayoutMkLst>
            <pc:docMk/>
            <pc:sldMasterMk cId="1845279986" sldId="2147483849"/>
            <pc:sldLayoutMk cId="154850862" sldId="2147483850"/>
          </pc:sldLayoutMkLst>
        </pc:sldLayoutChg>
        <pc:sldLayoutChg chg="del">
          <pc:chgData name="Mohammed Amimul Shakib" userId="efec9e9b-9238-432e-a5bf-ee94e9ef8238" providerId="ADAL" clId="{6EAF1B1F-6579-4569-A0D8-BCDC6A672C89}" dt="2026-10-04T20:57:22.327" v="12" actId="47"/>
          <pc:sldLayoutMkLst>
            <pc:docMk/>
            <pc:sldMasterMk cId="1845279986" sldId="2147483849"/>
            <pc:sldLayoutMk cId="1424365656" sldId="2147483851"/>
          </pc:sldLayoutMkLst>
        </pc:sldLayoutChg>
        <pc:sldLayoutChg chg="del">
          <pc:chgData name="Mohammed Amimul Shakib" userId="efec9e9b-9238-432e-a5bf-ee94e9ef8238" providerId="ADAL" clId="{6EAF1B1F-6579-4569-A0D8-BCDC6A672C89}" dt="2026-10-04T20:57:22.327" v="12" actId="47"/>
          <pc:sldLayoutMkLst>
            <pc:docMk/>
            <pc:sldMasterMk cId="1845279986" sldId="2147483849"/>
            <pc:sldLayoutMk cId="3430421449" sldId="2147483852"/>
          </pc:sldLayoutMkLst>
        </pc:sldLayoutChg>
        <pc:sldLayoutChg chg="del">
          <pc:chgData name="Mohammed Amimul Shakib" userId="efec9e9b-9238-432e-a5bf-ee94e9ef8238" providerId="ADAL" clId="{6EAF1B1F-6579-4569-A0D8-BCDC6A672C89}" dt="2026-10-04T20:57:22.327" v="12" actId="47"/>
          <pc:sldLayoutMkLst>
            <pc:docMk/>
            <pc:sldMasterMk cId="1845279986" sldId="2147483849"/>
            <pc:sldLayoutMk cId="2750837280" sldId="2147483853"/>
          </pc:sldLayoutMkLst>
        </pc:sldLayoutChg>
        <pc:sldLayoutChg chg="del">
          <pc:chgData name="Mohammed Amimul Shakib" userId="efec9e9b-9238-432e-a5bf-ee94e9ef8238" providerId="ADAL" clId="{6EAF1B1F-6579-4569-A0D8-BCDC6A672C89}" dt="2026-10-04T20:57:22.327" v="12" actId="47"/>
          <pc:sldLayoutMkLst>
            <pc:docMk/>
            <pc:sldMasterMk cId="1845279986" sldId="2147483849"/>
            <pc:sldLayoutMk cId="2489641961" sldId="2147483854"/>
          </pc:sldLayoutMkLst>
        </pc:sldLayoutChg>
        <pc:sldLayoutChg chg="del">
          <pc:chgData name="Mohammed Amimul Shakib" userId="efec9e9b-9238-432e-a5bf-ee94e9ef8238" providerId="ADAL" clId="{6EAF1B1F-6579-4569-A0D8-BCDC6A672C89}" dt="2026-10-04T20:57:22.327" v="12" actId="47"/>
          <pc:sldLayoutMkLst>
            <pc:docMk/>
            <pc:sldMasterMk cId="1845279986" sldId="2147483849"/>
            <pc:sldLayoutMk cId="830505496" sldId="2147483855"/>
          </pc:sldLayoutMkLst>
        </pc:sldLayoutChg>
        <pc:sldLayoutChg chg="del">
          <pc:chgData name="Mohammed Amimul Shakib" userId="efec9e9b-9238-432e-a5bf-ee94e9ef8238" providerId="ADAL" clId="{6EAF1B1F-6579-4569-A0D8-BCDC6A672C89}" dt="2026-10-04T20:57:22.327" v="12" actId="47"/>
          <pc:sldLayoutMkLst>
            <pc:docMk/>
            <pc:sldMasterMk cId="1845279986" sldId="2147483849"/>
            <pc:sldLayoutMk cId="630807222" sldId="2147483856"/>
          </pc:sldLayoutMkLst>
        </pc:sldLayoutChg>
        <pc:sldLayoutChg chg="del">
          <pc:chgData name="Mohammed Amimul Shakib" userId="efec9e9b-9238-432e-a5bf-ee94e9ef8238" providerId="ADAL" clId="{6EAF1B1F-6579-4569-A0D8-BCDC6A672C89}" dt="2026-10-04T20:57:22.327" v="12" actId="47"/>
          <pc:sldLayoutMkLst>
            <pc:docMk/>
            <pc:sldMasterMk cId="1845279986" sldId="2147483849"/>
            <pc:sldLayoutMk cId="3614224127" sldId="2147483857"/>
          </pc:sldLayoutMkLst>
        </pc:sldLayoutChg>
        <pc:sldLayoutChg chg="del">
          <pc:chgData name="Mohammed Amimul Shakib" userId="efec9e9b-9238-432e-a5bf-ee94e9ef8238" providerId="ADAL" clId="{6EAF1B1F-6579-4569-A0D8-BCDC6A672C89}" dt="2026-10-04T20:57:22.327" v="12" actId="47"/>
          <pc:sldLayoutMkLst>
            <pc:docMk/>
            <pc:sldMasterMk cId="1845279986" sldId="2147483849"/>
            <pc:sldLayoutMk cId="527489508" sldId="2147483858"/>
          </pc:sldLayoutMkLst>
        </pc:sldLayoutChg>
        <pc:sldLayoutChg chg="del">
          <pc:chgData name="Mohammed Amimul Shakib" userId="efec9e9b-9238-432e-a5bf-ee94e9ef8238" providerId="ADAL" clId="{6EAF1B1F-6579-4569-A0D8-BCDC6A672C89}" dt="2026-10-04T20:57:22.327" v="12" actId="47"/>
          <pc:sldLayoutMkLst>
            <pc:docMk/>
            <pc:sldMasterMk cId="1845279986" sldId="2147483849"/>
            <pc:sldLayoutMk cId="2270808186" sldId="2147483859"/>
          </pc:sldLayoutMkLst>
        </pc:sldLayoutChg>
        <pc:sldLayoutChg chg="del">
          <pc:chgData name="Mohammed Amimul Shakib" userId="efec9e9b-9238-432e-a5bf-ee94e9ef8238" providerId="ADAL" clId="{6EAF1B1F-6579-4569-A0D8-BCDC6A672C89}" dt="2026-10-04T20:57:22.327" v="12" actId="47"/>
          <pc:sldLayoutMkLst>
            <pc:docMk/>
            <pc:sldMasterMk cId="1845279986" sldId="2147483849"/>
            <pc:sldLayoutMk cId="1905116064" sldId="2147483860"/>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iomint.sharepoint.com/teams/SSRR/Shared%20Documents/SCCCM%20SHAREPOINT%202026/0.%202026/10.%20Reporting/General/0.%204Ws%202026/0.%204Ws%20tracking.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071807304422402E-2"/>
          <c:y val="4.4715298661665827E-2"/>
          <c:w val="0.88480155686943907"/>
          <c:h val="0.78201291902437908"/>
        </c:manualLayout>
      </c:layout>
      <c:barChart>
        <c:barDir val="bar"/>
        <c:grouping val="stacked"/>
        <c:varyColors val="0"/>
        <c:ser>
          <c:idx val="0"/>
          <c:order val="0"/>
          <c:spPr>
            <a:solidFill>
              <a:schemeClr val="accent1"/>
            </a:solidFill>
            <a:ln>
              <a:noFill/>
            </a:ln>
            <a:effectLst/>
          </c:spPr>
          <c:invertIfNegative val="0"/>
          <c:dLbls>
            <c:dLbl>
              <c:idx val="0"/>
              <c:layout>
                <c:manualLayout>
                  <c:x val="4.0362747280838468E-2"/>
                  <c:y val="-7.8251772657915206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4CA-4AC7-962F-53A4BCA7FB3F}"/>
                </c:ext>
              </c:extLst>
            </c:dLbl>
            <c:dLbl>
              <c:idx val="1"/>
              <c:layout>
                <c:manualLayout>
                  <c:x val="4.8061334718683256E-2"/>
                  <c:y val="-8.943059732333165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4CA-4AC7-962F-53A4BCA7FB3F}"/>
                </c:ext>
              </c:extLst>
            </c:dLbl>
            <c:dLbl>
              <c:idx val="2"/>
              <c:layout>
                <c:manualLayout>
                  <c:x val="3.7251894548483121E-2"/>
                  <c:y val="-7.8251772657915206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4CA-4AC7-962F-53A4BCA7FB3F}"/>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Sheet1!$Z$21:$Z$23</c:f>
              <c:numCache>
                <c:formatCode>0.0%</c:formatCode>
                <c:ptCount val="3"/>
                <c:pt idx="0" formatCode="0.00%">
                  <c:v>0.10113948110071815</c:v>
                </c:pt>
                <c:pt idx="1">
                  <c:v>4.1890501272049845E-2</c:v>
                </c:pt>
                <c:pt idx="2">
                  <c:v>4.8991607175492072E-2</c:v>
                </c:pt>
              </c:numCache>
            </c:numRef>
          </c:val>
          <c:extLst>
            <c:ext xmlns:c16="http://schemas.microsoft.com/office/drawing/2014/chart" uri="{C3380CC4-5D6E-409C-BE32-E72D297353CC}">
              <c16:uniqueId val="{00000003-74CA-4AC7-962F-53A4BCA7FB3F}"/>
            </c:ext>
          </c:extLst>
        </c:ser>
        <c:ser>
          <c:idx val="1"/>
          <c:order val="1"/>
          <c:spPr>
            <a:solidFill>
              <a:schemeClr val="bg2">
                <a:lumMod val="75000"/>
              </a:schemeClr>
            </a:solidFill>
            <a:ln>
              <a:noFill/>
            </a:ln>
            <a:effectLst/>
          </c:spPr>
          <c:invertIfNegative val="0"/>
          <c:dLbls>
            <c:delete val="1"/>
          </c:dLbls>
          <c:val>
            <c:numRef>
              <c:f>Sheet1!$AA$21:$AA$23</c:f>
              <c:numCache>
                <c:formatCode>0.0%</c:formatCode>
                <c:ptCount val="3"/>
                <c:pt idx="0">
                  <c:v>0.89886051889928187</c:v>
                </c:pt>
                <c:pt idx="1">
                  <c:v>0.95810949872795015</c:v>
                </c:pt>
                <c:pt idx="2">
                  <c:v>0.95100839282450789</c:v>
                </c:pt>
              </c:numCache>
            </c:numRef>
          </c:val>
          <c:extLst>
            <c:ext xmlns:c16="http://schemas.microsoft.com/office/drawing/2014/chart" uri="{C3380CC4-5D6E-409C-BE32-E72D297353CC}">
              <c16:uniqueId val="{00000004-74CA-4AC7-962F-53A4BCA7FB3F}"/>
            </c:ext>
          </c:extLst>
        </c:ser>
        <c:dLbls>
          <c:dLblPos val="ctr"/>
          <c:showLegendKey val="0"/>
          <c:showVal val="1"/>
          <c:showCatName val="0"/>
          <c:showSerName val="0"/>
          <c:showPercent val="0"/>
          <c:showBubbleSize val="0"/>
        </c:dLbls>
        <c:gapWidth val="150"/>
        <c:overlap val="100"/>
        <c:axId val="1881379855"/>
        <c:axId val="1881383215"/>
      </c:barChart>
      <c:catAx>
        <c:axId val="1881379855"/>
        <c:scaling>
          <c:orientation val="minMax"/>
        </c:scaling>
        <c:delete val="1"/>
        <c:axPos val="l"/>
        <c:majorTickMark val="none"/>
        <c:minorTickMark val="none"/>
        <c:tickLblPos val="nextTo"/>
        <c:crossAx val="1881383215"/>
        <c:crosses val="autoZero"/>
        <c:auto val="1"/>
        <c:lblAlgn val="ctr"/>
        <c:lblOffset val="100"/>
        <c:noMultiLvlLbl val="0"/>
      </c:catAx>
      <c:valAx>
        <c:axId val="1881383215"/>
        <c:scaling>
          <c:orientation val="minMax"/>
        </c:scaling>
        <c:delete val="1"/>
        <c:axPos val="b"/>
        <c:numFmt formatCode="0.00%" sourceLinked="1"/>
        <c:majorTickMark val="none"/>
        <c:minorTickMark val="none"/>
        <c:tickLblPos val="nextTo"/>
        <c:crossAx val="18813798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FFD3CA_5B2B1BB6.xml><?xml version="1.0" encoding="utf-8"?>
<p188:cmLst xmlns:a="http://schemas.openxmlformats.org/drawingml/2006/main" xmlns:r="http://schemas.openxmlformats.org/officeDocument/2006/relationships" xmlns:p188="http://schemas.microsoft.com/office/powerpoint/2018/8/main">
  <p188:cm id="{21319F97-95EA-4077-A865-A4547593567F}" authorId="{A4CD5C32-BD58-7958-0EDB-325D8918E92B}" status="resolved" created="2026-06-16T04:37:56.606">
    <ac:txMkLst xmlns:ac="http://schemas.microsoft.com/office/drawing/2013/main/command">
      <pc:docMk xmlns:pc="http://schemas.microsoft.com/office/powerpoint/2013/main/command"/>
      <pc:sldMk xmlns:pc="http://schemas.microsoft.com/office/powerpoint/2013/main/command" cId="1529551798" sldId="2147472330"/>
      <ac:spMk id="48" creationId="{FA90C8CA-8BCA-6F74-CD89-6D60A561275E}"/>
      <ac:txMk cp="307" len="46">
        <ac:context len="625" hash="602731616"/>
      </ac:txMk>
    </ac:txMkLst>
    <p188:pos x="7130204" y="918539"/>
    <p188:replyLst>
      <p188:reply id="{C6AA8315-0319-45AF-84B7-6446DDEE7CFE}" authorId="{86B2ACE9-9D9A-0346-6F2F-E7F3C87E26EA}" created="2026-06-16T06:57:13.142">
        <p188:txBody>
          <a:bodyPr/>
          <a:lstStyle/>
          <a:p>
            <a:r>
              <a:rPr lang="en-US"/>
              <a:t>Updated</a:t>
            </a:r>
          </a:p>
        </p188:txBody>
      </p188:reply>
      <p188:reply id="{DCEE55D5-5E92-4210-939A-CF9156A59620}" authorId="{A4CD5C32-BD58-7958-0EDB-325D8918E92B}" created="2026-06-16T08:50:53.997">
        <p188:txBody>
          <a:bodyPr/>
          <a:lstStyle/>
          <a:p>
            <a:r>
              <a:rPr lang="en-US"/>
              <a:t>Can you put exact figures of gap for slope here please? [@Adil Ahmmed] </a:t>
            </a:r>
          </a:p>
        </p188:txBody>
      </p188:reply>
    </p188:replyLst>
    <p188:txBody>
      <a:bodyPr/>
      <a:lstStyle/>
      <a:p>
        <a:r>
          <a:rPr lang="en-US"/>
          <a:t>Please include in month?
Anything on slope stabilization?</a:t>
        </a:r>
      </a:p>
    </p188:txBody>
    <p188:extLst>
      <p:ext xmlns:p="http://schemas.openxmlformats.org/presentationml/2006/main" uri="{57CB4572-C831-44C2-8A1C-0ADB6CCDFE69}">
        <p223:reactions xmlns:p223="http://schemas.microsoft.com/office/powerpoint/2022/03/main">
          <p223:rxn type="👍">
            <p223:instance time="2026-06-16T06:53:24.053" authorId="{86B2ACE9-9D9A-0346-6F2F-E7F3C87E26EA}"/>
            <p223:instance time="2026-06-21T06:15:50.067" authorId="{A4CD5C32-BD58-7958-0EDB-325D8918E92B}"/>
          </p223:rxn>
        </p223:reactions>
      </p:ext>
    </p188:extLst>
  </p188:cm>
  <p188:cm id="{47CF6587-4E4F-49BB-8F04-0BE2EBDB87C9}" authorId="{A4CD5C32-BD58-7958-0EDB-325D8918E92B}" status="resolved" created="2026-06-16T04:39:24.812">
    <ac:txMkLst xmlns:ac="http://schemas.microsoft.com/office/drawing/2013/main/command">
      <pc:docMk xmlns:pc="http://schemas.microsoft.com/office/powerpoint/2013/main/command"/>
      <pc:sldMk xmlns:pc="http://schemas.microsoft.com/office/powerpoint/2013/main/command" cId="1529551798" sldId="2147472330"/>
      <ac:spMk id="48" creationId="{FA90C8CA-8BCA-6F74-CD89-6D60A561275E}"/>
      <ac:txMk cp="263" len="8">
        <ac:context len="625" hash="602731616"/>
      </ac:txMk>
    </ac:txMkLst>
    <p188:pos x="3164260" y="918539"/>
    <p188:replyLst>
      <p188:reply id="{D37DDC11-43D2-499A-9639-2BFDCAE63735}" authorId="{86B2ACE9-9D9A-0346-6F2F-E7F3C87E26EA}" created="2026-06-16T06:46:59.026">
        <p188:txBody>
          <a:bodyPr/>
          <a:lstStyle/>
          <a:p>
            <a:r>
              <a:rPr lang="en-US"/>
              <a:t>Because Qatar pulled out USD 3.6 million in funding</a:t>
            </a:r>
          </a:p>
        </p188:txBody>
      </p188:reply>
      <p188:reply id="{0409F35C-CB76-4A3C-B623-93236FC9BC26}" authorId="{CDC393CF-92E3-969A-936D-A972F7B8CE18}" created="2026-06-16T07:39:53.059">
        <p188:txBody>
          <a:bodyPr/>
          <a:lstStyle/>
          <a:p>
            <a:r>
              <a:rPr lang="en-US"/>
              <a:t>the correct figures are QFFQ (IOM ($3.6M) + (UNHCR 2.391M) which impacts the cashflow and breaking point (pipeline break) up to Mid-Sept. 2026</a:t>
            </a:r>
          </a:p>
        </p188:txBody>
      </p188:reply>
    </p188:replyLst>
    <p188:txBody>
      <a:bodyPr/>
      <a:lstStyle/>
      <a:p>
        <a:r>
          <a:rPr lang="en-US"/>
          <a:t>Why the pipeline break moved from Oct Q4 to Sept?</a:t>
        </a:r>
      </a:p>
    </p188:txBody>
    <p188:extLst>
      <p:ext xmlns:p="http://schemas.openxmlformats.org/presentationml/2006/main" uri="{57CB4572-C831-44C2-8A1C-0ADB6CCDFE69}">
        <p223:reactions xmlns:p223="http://schemas.microsoft.com/office/powerpoint/2022/03/main">
          <p223:rxn type="👍">
            <p223:instance time="2026-06-16T08:50:12.281" authorId="{A4CD5C32-BD58-7958-0EDB-325D8918E92B}"/>
          </p223:rxn>
        </p223:reactions>
      </p:ext>
    </p188:extLst>
  </p188:cm>
  <p188:cm id="{4082C6F5-975B-49B8-93E4-B60E537342D6}" authorId="{A4CD5C32-BD58-7958-0EDB-325D8918E92B}" status="resolved" created="2026-06-16T04:44:46.612">
    <ac:deMkLst xmlns:ac="http://schemas.microsoft.com/office/drawing/2013/main/command">
      <pc:docMk xmlns:pc="http://schemas.microsoft.com/office/powerpoint/2013/main/command"/>
      <pc:sldMk xmlns:pc="http://schemas.microsoft.com/office/powerpoint/2013/main/command" cId="1529551798" sldId="2147472330"/>
      <ac:spMk id="49" creationId="{148A52E9-4542-37BC-39D1-A5C56C6086DD}"/>
    </ac:deMkLst>
    <p188:txBody>
      <a:bodyPr/>
      <a:lstStyle/>
      <a:p>
        <a:r>
          <a:rPr lang="en-US"/>
          <a:t>Please include some figures to quantify impacted individuals if possible by each identified pipeline breaks. You can use the figures in the achievements part for people who may not be reached as a result of this.
Suggested change:
Gaps in slope stabilization endanges at least xxx refugees in xxx camps, at least xxx are do not have post hazard shelter materials, while available stocks for emergency NFIs is low at %.</a:t>
        </a:r>
      </a:p>
    </p188:txBody>
    <p188:extLst>
      <p:ext xmlns:p="http://schemas.openxmlformats.org/presentationml/2006/main" uri="{57CB4572-C831-44C2-8A1C-0ADB6CCDFE69}">
        <p223:reactions xmlns:p223="http://schemas.microsoft.com/office/powerpoint/2022/03/main">
          <p223:rxn type="👍">
            <p223:instance time="2026-06-16T07:09:01.029" authorId="{86B2ACE9-9D9A-0346-6F2F-E7F3C87E26EA}"/>
            <p223:instance time="2026-06-16T08:52:49.947" authorId="{A4CD5C32-BD58-7958-0EDB-325D8918E92B}"/>
          </p223:rxn>
        </p223:reactions>
      </p:ext>
    </p188:extLst>
  </p188:cm>
  <p188:cm id="{B91BB0BF-AC08-4C9B-B71B-8AB43EC0864D}" authorId="{A4CD5C32-BD58-7958-0EDB-325D8918E92B}" status="resolved" created="2026-06-16T04:46:09.391">
    <ac:txMkLst xmlns:ac="http://schemas.microsoft.com/office/drawing/2013/main/command">
      <pc:docMk xmlns:pc="http://schemas.microsoft.com/office/powerpoint/2013/main/command"/>
      <pc:sldMk xmlns:pc="http://schemas.microsoft.com/office/powerpoint/2013/main/command" cId="1529551798" sldId="2147472330"/>
      <ac:spMk id="49" creationId="{148A52E9-4542-37BC-39D1-A5C56C6086DD}"/>
      <ac:txMk cp="43" len="39">
        <ac:context len="986" hash="908663870"/>
      </ac:txMk>
    </ac:txMkLst>
    <p188:pos x="6699550" y="1063314"/>
    <p188:txBody>
      <a:bodyPr/>
      <a:lstStyle/>
      <a:p>
        <a:r>
          <a:rPr lang="en-US"/>
          <a:t>Suggested change: 
Funding for site management is only at 6.3%, continuing underfunding will impact and/or weaken camp coordination activities such as xxx</a:t>
        </a:r>
      </a:p>
    </p188:txBody>
    <p188:extLst>
      <p:ext xmlns:p="http://schemas.openxmlformats.org/presentationml/2006/main" uri="{57CB4572-C831-44C2-8A1C-0ADB6CCDFE69}">
        <p223:reactions xmlns:p223="http://schemas.microsoft.com/office/powerpoint/2022/03/main">
          <p223:rxn type="👍">
            <p223:instance time="2026-06-16T07:11:23.156" authorId="{86B2ACE9-9D9A-0346-6F2F-E7F3C87E26EA}"/>
            <p223:instance time="2026-06-16T08:54:00.262" authorId="{A4CD5C32-BD58-7958-0EDB-325D8918E92B}"/>
          </p223:rxn>
        </p223:reactions>
      </p:ext>
    </p188:extLst>
  </p188:cm>
  <p188:cm id="{BBEDDA0E-2ECF-4800-AC23-F65C14C17297}" authorId="{A4CD5C32-BD58-7958-0EDB-325D8918E92B}" status="resolved" created="2026-06-16T04:50:58.132">
    <ac:deMkLst xmlns:ac="http://schemas.microsoft.com/office/drawing/2013/main/command">
      <pc:docMk xmlns:pc="http://schemas.microsoft.com/office/powerpoint/2013/main/command"/>
      <pc:sldMk xmlns:pc="http://schemas.microsoft.com/office/powerpoint/2013/main/command" cId="1529551798" sldId="2147472330"/>
      <ac:spMk id="60" creationId="{A7860A65-3575-1861-F65A-591F91AD1E0E}"/>
    </ac:deMkLst>
    <p188:txBody>
      <a:bodyPr/>
      <a:lstStyle/>
      <a:p>
        <a:r>
          <a:rPr lang="en-US"/>
          <a:t>These indicators are too grim. Add these figures into the narrative (as suggested above on pipeline breaks as potential population affected by the funding gaps. 
Lets strike a little bit of a balance on what the Sector has achieved as it also received at least 50% of the funding.</a:t>
        </a:r>
      </a:p>
    </p188:txBody>
    <p188:extLst>
      <p:ext xmlns:p="http://schemas.openxmlformats.org/presentationml/2006/main" uri="{57CB4572-C831-44C2-8A1C-0ADB6CCDFE69}">
        <p223:reactions xmlns:p223="http://schemas.microsoft.com/office/powerpoint/2022/03/main">
          <p223:rxn type="👍">
            <p223:instance time="2026-06-16T07:12:17.229" authorId="{86B2ACE9-9D9A-0346-6F2F-E7F3C87E26EA}"/>
          </p223:rxn>
        </p223:reactions>
      </p:ext>
    </p188:extLst>
  </p188:cm>
  <p188:cm id="{977A73C9-D607-47C2-8DE4-359D290DBC3B}" authorId="{A4CD5C32-BD58-7958-0EDB-325D8918E92B}" status="resolved" created="2026-06-16T04:56:25.025">
    <ac:txMkLst xmlns:ac="http://schemas.microsoft.com/office/drawing/2013/main/command">
      <pc:docMk xmlns:pc="http://schemas.microsoft.com/office/powerpoint/2013/main/command"/>
      <pc:sldMk xmlns:pc="http://schemas.microsoft.com/office/powerpoint/2013/main/command" cId="1529551798" sldId="2147472330"/>
      <ac:spMk id="47" creationId="{EA204971-EC76-F943-0B35-480907272EF6}"/>
      <ac:txMk cp="92">
        <ac:context len="380" hash="2217395794"/>
      </ac:txMk>
    </ac:txMkLst>
    <p188:pos x="6656295" y="722819"/>
    <p188:txBody>
      <a:bodyPr/>
      <a:lstStyle/>
      <a:p>
        <a:r>
          <a:rPr lang="en-US"/>
          <a:t>Can you please further elaborate on this?</a:t>
        </a:r>
      </a:p>
    </p188:txBody>
    <p188:extLst>
      <p:ext xmlns:p="http://schemas.openxmlformats.org/presentationml/2006/main" uri="{57CB4572-C831-44C2-8A1C-0ADB6CCDFE69}">
        <p223:reactions xmlns:p223="http://schemas.microsoft.com/office/powerpoint/2022/03/main">
          <p223:rxn type="👍">
            <p223:instance time="2026-06-16T07:14:53.457" authorId="{86B2ACE9-9D9A-0346-6F2F-E7F3C87E26EA}"/>
          </p223:rxn>
        </p223:reactions>
      </p:ext>
    </p188:extLst>
  </p188:cm>
  <p188:cm id="{0B921AAC-9FEA-4BBA-91C8-B6581C2886B4}" authorId="{A4CD5C32-BD58-7958-0EDB-325D8918E92B}" status="resolved" created="2026-06-16T04:56:48.326">
    <ac:txMkLst xmlns:ac="http://schemas.microsoft.com/office/drawing/2013/main/command">
      <pc:docMk xmlns:pc="http://schemas.microsoft.com/office/powerpoint/2013/main/command"/>
      <pc:sldMk xmlns:pc="http://schemas.microsoft.com/office/powerpoint/2013/main/command" cId="1529551798" sldId="2147472330"/>
      <ac:spMk id="47" creationId="{EA204971-EC76-F943-0B35-480907272EF6}"/>
      <ac:txMk cp="92">
        <ac:context len="380" hash="2217395794"/>
      </ac:txMk>
    </ac:txMkLst>
    <p188:pos x="5146471" y="1073694"/>
    <p188:txBody>
      <a:bodyPr/>
      <a:lstStyle/>
      <a:p>
        <a:r>
          <a:rPr lang="en-US"/>
          <a:t>Please further elaborate.</a:t>
        </a:r>
      </a:p>
    </p188:txBody>
    <p188:extLst>
      <p:ext xmlns:p="http://schemas.openxmlformats.org/presentationml/2006/main" uri="{57CB4572-C831-44C2-8A1C-0ADB6CCDFE69}">
        <p223:reactions xmlns:p223="http://schemas.microsoft.com/office/powerpoint/2022/03/main">
          <p223:rxn type="👍">
            <p223:instance time="2026-06-16T07:14:58.667" authorId="{86B2ACE9-9D9A-0346-6F2F-E7F3C87E26EA}"/>
          </p223:rxn>
        </p223:reactions>
      </p:ext>
    </p188:extLst>
  </p188:cm>
  <p188:cm id="{C15A1C35-A12A-4E6E-903B-DFD6F7290D4E}" authorId="{A4CD5C32-BD58-7958-0EDB-325D8918E92B}" status="resolved" created="2026-06-16T08:55:25.073">
    <ac:txMkLst xmlns:ac="http://schemas.microsoft.com/office/drawing/2013/main/command">
      <pc:docMk xmlns:pc="http://schemas.microsoft.com/office/powerpoint/2013/main/command"/>
      <pc:sldMk xmlns:pc="http://schemas.microsoft.com/office/powerpoint/2013/main/command" cId="1529551798" sldId="2147472330"/>
      <ac:spMk id="49" creationId="{148A52E9-4542-37BC-39D1-A5C56C6086DD}"/>
      <ac:txMk cp="767" len="15">
        <ac:context len="986" hash="908663870"/>
      </ac:txMk>
    </ac:txMkLst>
    <p188:pos x="6635756" y="1573677"/>
    <p188:replyLst>
      <p188:reply id="{C4BEE3BF-75E3-4D4F-8063-7C15E324E6C8}" authorId="{86B2ACE9-9D9A-0346-6F2F-E7F3C87E26EA}" created="2026-06-16T09:16:49.086">
        <p188:txBody>
          <a:bodyPr/>
          <a:lstStyle/>
          <a:p>
            <a:r>
              <a:rPr lang="en-US"/>
              <a:t> 82.8% / 11.2M USD funding gap for NFI
</a:t>
            </a:r>
          </a:p>
        </p188:txBody>
      </p188:reply>
    </p188:replyLst>
    <p188:txBody>
      <a:bodyPr/>
      <a:lstStyle/>
      <a:p>
        <a:r>
          <a:rPr lang="en-US"/>
          <a:t>Can you provide the figures in xxM for this please [@Adil Ahmmed]? thanks</a:t>
        </a:r>
      </a:p>
    </p188:txBody>
    <p188:extLst>
      <p:ext xmlns:p="http://schemas.openxmlformats.org/presentationml/2006/main" uri="{57CB4572-C831-44C2-8A1C-0ADB6CCDFE69}">
        <p223:reactions xmlns:p223="http://schemas.microsoft.com/office/powerpoint/2022/03/main">
          <p223:rxn type="👍">
            <p223:instance time="2026-06-16T09:14:23.029" authorId="{86B2ACE9-9D9A-0346-6F2F-E7F3C87E26EA}"/>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BA2506-0A7D-4783-84B8-F92D3F644534}" type="datetimeFigureOut">
              <a:rPr lang="en-US" smtClean="0"/>
              <a:t>10/5/2026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D7BC36-EC50-4379-AE09-D9CD7B7BA12D}" type="slidenum">
              <a:rPr lang="en-US" smtClean="0"/>
              <a:t>‹#›</a:t>
            </a:fld>
            <a:endParaRPr lang="en-US"/>
          </a:p>
        </p:txBody>
      </p:sp>
    </p:spTree>
    <p:extLst>
      <p:ext uri="{BB962C8B-B14F-4D97-AF65-F5344CB8AC3E}">
        <p14:creationId xmlns:p14="http://schemas.microsoft.com/office/powerpoint/2010/main" val="847001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7A283-0FBC-05A8-4A2A-C0D3859C55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C7030-A877-D557-63A9-4802B9248D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8E5AD0-0DCD-DE5A-D16A-BF2CF1AF81A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829207C-EB08-83B6-7525-C0F7904765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D7BC36-EC50-4379-AE09-D9CD7B7BA12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10813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198BD-1710-546F-1AD9-1430B7DB7E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6E5072-9BD5-1130-9D0F-E4DFDE116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B8825-25D3-E312-2462-FE546902F27D}"/>
              </a:ext>
            </a:extLst>
          </p:cNvPr>
          <p:cNvSpPr>
            <a:spLocks noGrp="1"/>
          </p:cNvSpPr>
          <p:nvPr>
            <p:ph type="body" idx="1"/>
          </p:nvPr>
        </p:nvSpPr>
        <p:spPr/>
        <p:txBody>
          <a:bodyPr/>
          <a:lstStyle/>
          <a:p>
            <a:pPr marL="171450" indent="-171450">
              <a:buFont typeface="Arial" panose="020B0604020202020204" pitchFamily="34" charset="0"/>
              <a:buChar char="•"/>
            </a:pPr>
            <a:endParaRPr lang="en-US">
              <a:highlight>
                <a:srgbClr val="FFFF00"/>
              </a:highlight>
            </a:endParaRPr>
          </a:p>
        </p:txBody>
      </p:sp>
      <p:sp>
        <p:nvSpPr>
          <p:cNvPr id="4" name="Slide Number Placeholder 3">
            <a:extLst>
              <a:ext uri="{FF2B5EF4-FFF2-40B4-BE49-F238E27FC236}">
                <a16:creationId xmlns:a16="http://schemas.microsoft.com/office/drawing/2014/main" id="{5BFA5D19-2156-791A-92E8-CABD0929E0A9}"/>
              </a:ext>
            </a:extLst>
          </p:cNvPr>
          <p:cNvSpPr>
            <a:spLocks noGrp="1"/>
          </p:cNvSpPr>
          <p:nvPr>
            <p:ph type="sldNum" sz="quarter" idx="5"/>
          </p:nvPr>
        </p:nvSpPr>
        <p:spPr/>
        <p:txBody>
          <a:bodyPr/>
          <a:lstStyle/>
          <a:p>
            <a:pPr defTabSz="950317">
              <a:defRPr/>
            </a:pPr>
            <a:fld id="{EF766C8E-4FA1-46C3-892B-61AD5BE91A3C}" type="slidenum">
              <a:rPr lang="en-ZA">
                <a:solidFill>
                  <a:prstClr val="black"/>
                </a:solidFill>
                <a:latin typeface="Calibri" panose="020F0502020204030204"/>
              </a:rPr>
              <a:pPr defTabSz="950317">
                <a:defRPr/>
              </a:pPr>
              <a:t>5</a:t>
            </a:fld>
            <a:endParaRPr lang="en-ZA">
              <a:solidFill>
                <a:prstClr val="black"/>
              </a:solidFill>
              <a:latin typeface="Calibri" panose="020F0502020204030204"/>
            </a:endParaRPr>
          </a:p>
        </p:txBody>
      </p:sp>
    </p:spTree>
    <p:extLst>
      <p:ext uri="{BB962C8B-B14F-4D97-AF65-F5344CB8AC3E}">
        <p14:creationId xmlns:p14="http://schemas.microsoft.com/office/powerpoint/2010/main" val="3176799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CC7CF-DA3D-8098-9000-5AF44CC93E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53850-EF34-36B0-F219-8A27534162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F0DEE2-006E-612C-381A-3232048C9A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0103725-20DC-0CA5-666D-44321917F94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D7BC36-EC50-4379-AE09-D9CD7B7BA12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1935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A0D85-9B19-A3F2-1616-22D224D2FD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A0C2D-8EEC-EE59-C09F-1BBBA1E49F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3F3608-5265-4E98-DCA8-D2209B1E01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80DA22F-87A8-8D2E-C126-698B21149D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1D7BC36-EC50-4379-AE09-D9CD7B7BA12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74275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4" Type="http://schemas.openxmlformats.org/officeDocument/2006/relationships/image" Target="../media/image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8AD12-3A5F-97BA-C426-C0CADE2B2C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CBF814-A802-14A3-42A8-6C141088F8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7DB210-277C-8119-73FA-0492989D74F5}"/>
              </a:ext>
            </a:extLst>
          </p:cNvPr>
          <p:cNvSpPr>
            <a:spLocks noGrp="1"/>
          </p:cNvSpPr>
          <p:nvPr>
            <p:ph type="dt" sz="half" idx="10"/>
          </p:nvPr>
        </p:nvSpPr>
        <p:spPr/>
        <p:txBody>
          <a:bodyPr/>
          <a:lstStyle/>
          <a:p>
            <a:fld id="{EC2B357A-DDCB-4F9E-B589-D2692D8AE257}" type="datetimeFigureOut">
              <a:rPr lang="en-US" smtClean="0"/>
              <a:t>10/5/2026</a:t>
            </a:fld>
            <a:endParaRPr lang="en-US"/>
          </a:p>
        </p:txBody>
      </p:sp>
      <p:sp>
        <p:nvSpPr>
          <p:cNvPr id="5" name="Footer Placeholder 4">
            <a:extLst>
              <a:ext uri="{FF2B5EF4-FFF2-40B4-BE49-F238E27FC236}">
                <a16:creationId xmlns:a16="http://schemas.microsoft.com/office/drawing/2014/main" id="{AB896AAB-F24D-5601-7FCC-0BC867C3D2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DF93DA-6B33-9005-CC5C-892336172EA5}"/>
              </a:ext>
            </a:extLst>
          </p:cNvPr>
          <p:cNvSpPr>
            <a:spLocks noGrp="1"/>
          </p:cNvSpPr>
          <p:nvPr>
            <p:ph type="sldNum" sz="quarter" idx="12"/>
          </p:nvPr>
        </p:nvSpPr>
        <p:spPr/>
        <p:txBody>
          <a:bodyPr/>
          <a:lstStyle/>
          <a:p>
            <a:fld id="{3F551D42-A396-4E7E-AF62-C26E6A4A8E39}" type="slidenum">
              <a:rPr lang="en-US" smtClean="0"/>
              <a:t>‹#›</a:t>
            </a:fld>
            <a:endParaRPr lang="en-US"/>
          </a:p>
        </p:txBody>
      </p:sp>
    </p:spTree>
    <p:extLst>
      <p:ext uri="{BB962C8B-B14F-4D97-AF65-F5344CB8AC3E}">
        <p14:creationId xmlns:p14="http://schemas.microsoft.com/office/powerpoint/2010/main" val="4096188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85371-AC89-4C74-BA05-31613497B7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B8D6B1-B7C2-7037-A312-C37FC92CC2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116496-7392-68A0-56BE-E199E93C9119}"/>
              </a:ext>
            </a:extLst>
          </p:cNvPr>
          <p:cNvSpPr>
            <a:spLocks noGrp="1"/>
          </p:cNvSpPr>
          <p:nvPr>
            <p:ph type="dt" sz="half" idx="10"/>
          </p:nvPr>
        </p:nvSpPr>
        <p:spPr/>
        <p:txBody>
          <a:bodyPr/>
          <a:lstStyle/>
          <a:p>
            <a:fld id="{EC2B357A-DDCB-4F9E-B589-D2692D8AE257}" type="datetimeFigureOut">
              <a:rPr lang="en-US" smtClean="0"/>
              <a:t>10/5/2026</a:t>
            </a:fld>
            <a:endParaRPr lang="en-US"/>
          </a:p>
        </p:txBody>
      </p:sp>
      <p:sp>
        <p:nvSpPr>
          <p:cNvPr id="5" name="Footer Placeholder 4">
            <a:extLst>
              <a:ext uri="{FF2B5EF4-FFF2-40B4-BE49-F238E27FC236}">
                <a16:creationId xmlns:a16="http://schemas.microsoft.com/office/drawing/2014/main" id="{EE1F0F0E-7024-441E-1C9C-8FBCA6269A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E5C600-2748-FF03-E6B2-E06F370B0E90}"/>
              </a:ext>
            </a:extLst>
          </p:cNvPr>
          <p:cNvSpPr>
            <a:spLocks noGrp="1"/>
          </p:cNvSpPr>
          <p:nvPr>
            <p:ph type="sldNum" sz="quarter" idx="12"/>
          </p:nvPr>
        </p:nvSpPr>
        <p:spPr/>
        <p:txBody>
          <a:bodyPr/>
          <a:lstStyle/>
          <a:p>
            <a:fld id="{3F551D42-A396-4E7E-AF62-C26E6A4A8E39}" type="slidenum">
              <a:rPr lang="en-US" smtClean="0"/>
              <a:t>‹#›</a:t>
            </a:fld>
            <a:endParaRPr lang="en-US"/>
          </a:p>
        </p:txBody>
      </p:sp>
    </p:spTree>
    <p:extLst>
      <p:ext uri="{BB962C8B-B14F-4D97-AF65-F5344CB8AC3E}">
        <p14:creationId xmlns:p14="http://schemas.microsoft.com/office/powerpoint/2010/main" val="4168474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A63CA-C1A0-96B2-8818-E7F9783D7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760564-FEE8-85C1-185F-65A1E75C35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1DEA5D-9C86-12DF-C1EE-CCC341CBF56F}"/>
              </a:ext>
            </a:extLst>
          </p:cNvPr>
          <p:cNvSpPr>
            <a:spLocks noGrp="1"/>
          </p:cNvSpPr>
          <p:nvPr>
            <p:ph type="dt" sz="half" idx="10"/>
          </p:nvPr>
        </p:nvSpPr>
        <p:spPr/>
        <p:txBody>
          <a:bodyPr/>
          <a:lstStyle/>
          <a:p>
            <a:fld id="{EC2B357A-DDCB-4F9E-B589-D2692D8AE257}" type="datetimeFigureOut">
              <a:rPr lang="en-US" smtClean="0"/>
              <a:t>10/5/2026</a:t>
            </a:fld>
            <a:endParaRPr lang="en-US"/>
          </a:p>
        </p:txBody>
      </p:sp>
      <p:sp>
        <p:nvSpPr>
          <p:cNvPr id="5" name="Footer Placeholder 4">
            <a:extLst>
              <a:ext uri="{FF2B5EF4-FFF2-40B4-BE49-F238E27FC236}">
                <a16:creationId xmlns:a16="http://schemas.microsoft.com/office/drawing/2014/main" id="{C2E565E0-876D-193F-982E-94712A9A63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6E0255-6357-4891-0B99-27F9760DC854}"/>
              </a:ext>
            </a:extLst>
          </p:cNvPr>
          <p:cNvSpPr>
            <a:spLocks noGrp="1"/>
          </p:cNvSpPr>
          <p:nvPr>
            <p:ph type="sldNum" sz="quarter" idx="12"/>
          </p:nvPr>
        </p:nvSpPr>
        <p:spPr/>
        <p:txBody>
          <a:bodyPr/>
          <a:lstStyle/>
          <a:p>
            <a:fld id="{3F551D42-A396-4E7E-AF62-C26E6A4A8E39}" type="slidenum">
              <a:rPr lang="en-US" smtClean="0"/>
              <a:t>‹#›</a:t>
            </a:fld>
            <a:endParaRPr lang="en-US"/>
          </a:p>
        </p:txBody>
      </p:sp>
    </p:spTree>
    <p:extLst>
      <p:ext uri="{BB962C8B-B14F-4D97-AF65-F5344CB8AC3E}">
        <p14:creationId xmlns:p14="http://schemas.microsoft.com/office/powerpoint/2010/main" val="2830415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B73E4-CD9A-4486-6920-F8781DA08C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7630EB-A4BA-A5A5-BE8E-955BE3E540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939A0B-FCB0-685A-98F2-2AD2BD7B00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A326CD-D766-F4CA-74E9-2477AF1F576D}"/>
              </a:ext>
            </a:extLst>
          </p:cNvPr>
          <p:cNvSpPr>
            <a:spLocks noGrp="1"/>
          </p:cNvSpPr>
          <p:nvPr>
            <p:ph type="dt" sz="half" idx="10"/>
          </p:nvPr>
        </p:nvSpPr>
        <p:spPr/>
        <p:txBody>
          <a:bodyPr/>
          <a:lstStyle/>
          <a:p>
            <a:fld id="{EC2B357A-DDCB-4F9E-B589-D2692D8AE257}" type="datetimeFigureOut">
              <a:rPr lang="en-US" smtClean="0"/>
              <a:t>10/5/2026</a:t>
            </a:fld>
            <a:endParaRPr lang="en-US"/>
          </a:p>
        </p:txBody>
      </p:sp>
      <p:sp>
        <p:nvSpPr>
          <p:cNvPr id="6" name="Footer Placeholder 5">
            <a:extLst>
              <a:ext uri="{FF2B5EF4-FFF2-40B4-BE49-F238E27FC236}">
                <a16:creationId xmlns:a16="http://schemas.microsoft.com/office/drawing/2014/main" id="{88FB7AC8-AFF0-BB3C-FBBC-2DD4A25E99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FC8E62-6131-630F-CE15-51E15F0C24D7}"/>
              </a:ext>
            </a:extLst>
          </p:cNvPr>
          <p:cNvSpPr>
            <a:spLocks noGrp="1"/>
          </p:cNvSpPr>
          <p:nvPr>
            <p:ph type="sldNum" sz="quarter" idx="12"/>
          </p:nvPr>
        </p:nvSpPr>
        <p:spPr/>
        <p:txBody>
          <a:bodyPr/>
          <a:lstStyle/>
          <a:p>
            <a:fld id="{3F551D42-A396-4E7E-AF62-C26E6A4A8E39}" type="slidenum">
              <a:rPr lang="en-US" smtClean="0"/>
              <a:t>‹#›</a:t>
            </a:fld>
            <a:endParaRPr lang="en-US"/>
          </a:p>
        </p:txBody>
      </p:sp>
    </p:spTree>
    <p:extLst>
      <p:ext uri="{BB962C8B-B14F-4D97-AF65-F5344CB8AC3E}">
        <p14:creationId xmlns:p14="http://schemas.microsoft.com/office/powerpoint/2010/main" val="498347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C9AA2-9FDB-E8BD-CB61-8DD798AFC3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B1853FF-2B0A-4FF6-7A1F-8278492C49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357045-88D9-74CA-940E-6286C1F634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E6018B-6BF8-B27F-E4DB-36787B8D63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6A41F6-7D33-DA0F-01A4-6D7791692A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99E9A8-6333-BCE2-DAF6-1963ED07A316}"/>
              </a:ext>
            </a:extLst>
          </p:cNvPr>
          <p:cNvSpPr>
            <a:spLocks noGrp="1"/>
          </p:cNvSpPr>
          <p:nvPr>
            <p:ph type="dt" sz="half" idx="10"/>
          </p:nvPr>
        </p:nvSpPr>
        <p:spPr/>
        <p:txBody>
          <a:bodyPr/>
          <a:lstStyle/>
          <a:p>
            <a:fld id="{EC2B357A-DDCB-4F9E-B589-D2692D8AE257}" type="datetimeFigureOut">
              <a:rPr lang="en-US" smtClean="0"/>
              <a:t>10/5/2026</a:t>
            </a:fld>
            <a:endParaRPr lang="en-US"/>
          </a:p>
        </p:txBody>
      </p:sp>
      <p:sp>
        <p:nvSpPr>
          <p:cNvPr id="8" name="Footer Placeholder 7">
            <a:extLst>
              <a:ext uri="{FF2B5EF4-FFF2-40B4-BE49-F238E27FC236}">
                <a16:creationId xmlns:a16="http://schemas.microsoft.com/office/drawing/2014/main" id="{164557C9-B55A-7944-7ABE-FF40147DE6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C39E9D-8018-F46D-E48A-E136A56B851B}"/>
              </a:ext>
            </a:extLst>
          </p:cNvPr>
          <p:cNvSpPr>
            <a:spLocks noGrp="1"/>
          </p:cNvSpPr>
          <p:nvPr>
            <p:ph type="sldNum" sz="quarter" idx="12"/>
          </p:nvPr>
        </p:nvSpPr>
        <p:spPr/>
        <p:txBody>
          <a:bodyPr/>
          <a:lstStyle/>
          <a:p>
            <a:fld id="{3F551D42-A396-4E7E-AF62-C26E6A4A8E39}" type="slidenum">
              <a:rPr lang="en-US" smtClean="0"/>
              <a:t>‹#›</a:t>
            </a:fld>
            <a:endParaRPr lang="en-US"/>
          </a:p>
        </p:txBody>
      </p:sp>
    </p:spTree>
    <p:extLst>
      <p:ext uri="{BB962C8B-B14F-4D97-AF65-F5344CB8AC3E}">
        <p14:creationId xmlns:p14="http://schemas.microsoft.com/office/powerpoint/2010/main" val="1151793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E9546-2D80-935E-DD56-82A118C4E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B8B0CC-FD34-C071-8070-4FF6803DA861}"/>
              </a:ext>
            </a:extLst>
          </p:cNvPr>
          <p:cNvSpPr>
            <a:spLocks noGrp="1"/>
          </p:cNvSpPr>
          <p:nvPr>
            <p:ph type="dt" sz="half" idx="10"/>
          </p:nvPr>
        </p:nvSpPr>
        <p:spPr/>
        <p:txBody>
          <a:bodyPr/>
          <a:lstStyle/>
          <a:p>
            <a:fld id="{EC2B357A-DDCB-4F9E-B589-D2692D8AE257}" type="datetimeFigureOut">
              <a:rPr lang="en-US" smtClean="0"/>
              <a:t>10/5/2026</a:t>
            </a:fld>
            <a:endParaRPr lang="en-US"/>
          </a:p>
        </p:txBody>
      </p:sp>
      <p:sp>
        <p:nvSpPr>
          <p:cNvPr id="4" name="Footer Placeholder 3">
            <a:extLst>
              <a:ext uri="{FF2B5EF4-FFF2-40B4-BE49-F238E27FC236}">
                <a16:creationId xmlns:a16="http://schemas.microsoft.com/office/drawing/2014/main" id="{24C5839D-4D5F-9EA9-B7C1-9019983CE7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9C9D7A-80AB-5D6E-2D6D-E4645E9800AC}"/>
              </a:ext>
            </a:extLst>
          </p:cNvPr>
          <p:cNvSpPr>
            <a:spLocks noGrp="1"/>
          </p:cNvSpPr>
          <p:nvPr>
            <p:ph type="sldNum" sz="quarter" idx="12"/>
          </p:nvPr>
        </p:nvSpPr>
        <p:spPr/>
        <p:txBody>
          <a:bodyPr/>
          <a:lstStyle/>
          <a:p>
            <a:fld id="{3F551D42-A396-4E7E-AF62-C26E6A4A8E39}" type="slidenum">
              <a:rPr lang="en-US" smtClean="0"/>
              <a:t>‹#›</a:t>
            </a:fld>
            <a:endParaRPr lang="en-US"/>
          </a:p>
        </p:txBody>
      </p:sp>
    </p:spTree>
    <p:extLst>
      <p:ext uri="{BB962C8B-B14F-4D97-AF65-F5344CB8AC3E}">
        <p14:creationId xmlns:p14="http://schemas.microsoft.com/office/powerpoint/2010/main" val="1456570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18CBDE-5448-766A-1FE1-6F5ECA09C939}"/>
              </a:ext>
            </a:extLst>
          </p:cNvPr>
          <p:cNvSpPr>
            <a:spLocks noGrp="1"/>
          </p:cNvSpPr>
          <p:nvPr>
            <p:ph type="dt" sz="half" idx="10"/>
          </p:nvPr>
        </p:nvSpPr>
        <p:spPr/>
        <p:txBody>
          <a:bodyPr/>
          <a:lstStyle/>
          <a:p>
            <a:fld id="{EC2B357A-DDCB-4F9E-B589-D2692D8AE257}" type="datetimeFigureOut">
              <a:rPr lang="en-US" smtClean="0"/>
              <a:t>10/5/2026</a:t>
            </a:fld>
            <a:endParaRPr lang="en-US"/>
          </a:p>
        </p:txBody>
      </p:sp>
      <p:sp>
        <p:nvSpPr>
          <p:cNvPr id="3" name="Footer Placeholder 2">
            <a:extLst>
              <a:ext uri="{FF2B5EF4-FFF2-40B4-BE49-F238E27FC236}">
                <a16:creationId xmlns:a16="http://schemas.microsoft.com/office/drawing/2014/main" id="{8179248F-7047-245A-D5CE-0D477BC930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A9B607-6805-D1C4-8E17-F3F273E48B46}"/>
              </a:ext>
            </a:extLst>
          </p:cNvPr>
          <p:cNvSpPr>
            <a:spLocks noGrp="1"/>
          </p:cNvSpPr>
          <p:nvPr>
            <p:ph type="sldNum" sz="quarter" idx="12"/>
          </p:nvPr>
        </p:nvSpPr>
        <p:spPr/>
        <p:txBody>
          <a:bodyPr/>
          <a:lstStyle/>
          <a:p>
            <a:fld id="{3F551D42-A396-4E7E-AF62-C26E6A4A8E39}" type="slidenum">
              <a:rPr lang="en-US" smtClean="0"/>
              <a:t>‹#›</a:t>
            </a:fld>
            <a:endParaRPr lang="en-US"/>
          </a:p>
        </p:txBody>
      </p:sp>
    </p:spTree>
    <p:extLst>
      <p:ext uri="{BB962C8B-B14F-4D97-AF65-F5344CB8AC3E}">
        <p14:creationId xmlns:p14="http://schemas.microsoft.com/office/powerpoint/2010/main" val="1857556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00036-514B-DD38-C587-ACAE51B6CB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A63CA6-D68E-2B9D-AC67-635D45B439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E7163B-11B8-5A73-5041-7B7025339A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5EE2C8-1871-E53C-CDCB-DD832142AB8A}"/>
              </a:ext>
            </a:extLst>
          </p:cNvPr>
          <p:cNvSpPr>
            <a:spLocks noGrp="1"/>
          </p:cNvSpPr>
          <p:nvPr>
            <p:ph type="dt" sz="half" idx="10"/>
          </p:nvPr>
        </p:nvSpPr>
        <p:spPr/>
        <p:txBody>
          <a:bodyPr/>
          <a:lstStyle/>
          <a:p>
            <a:fld id="{EC2B357A-DDCB-4F9E-B589-D2692D8AE257}" type="datetimeFigureOut">
              <a:rPr lang="en-US" smtClean="0"/>
              <a:t>10/5/2026</a:t>
            </a:fld>
            <a:endParaRPr lang="en-US"/>
          </a:p>
        </p:txBody>
      </p:sp>
      <p:sp>
        <p:nvSpPr>
          <p:cNvPr id="6" name="Footer Placeholder 5">
            <a:extLst>
              <a:ext uri="{FF2B5EF4-FFF2-40B4-BE49-F238E27FC236}">
                <a16:creationId xmlns:a16="http://schemas.microsoft.com/office/drawing/2014/main" id="{9E17E9D5-BE8B-D3DB-21DC-F9B9C62692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974BAE-4E4E-F90E-BEB5-A9F49E2A5BE5}"/>
              </a:ext>
            </a:extLst>
          </p:cNvPr>
          <p:cNvSpPr>
            <a:spLocks noGrp="1"/>
          </p:cNvSpPr>
          <p:nvPr>
            <p:ph type="sldNum" sz="quarter" idx="12"/>
          </p:nvPr>
        </p:nvSpPr>
        <p:spPr/>
        <p:txBody>
          <a:bodyPr/>
          <a:lstStyle/>
          <a:p>
            <a:fld id="{3F551D42-A396-4E7E-AF62-C26E6A4A8E39}" type="slidenum">
              <a:rPr lang="en-US" smtClean="0"/>
              <a:t>‹#›</a:t>
            </a:fld>
            <a:endParaRPr lang="en-US"/>
          </a:p>
        </p:txBody>
      </p:sp>
    </p:spTree>
    <p:extLst>
      <p:ext uri="{BB962C8B-B14F-4D97-AF65-F5344CB8AC3E}">
        <p14:creationId xmlns:p14="http://schemas.microsoft.com/office/powerpoint/2010/main" val="2342848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8E24C-768D-7488-307B-F022BB1728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ED1535-3F32-ECAC-9F85-C47C2929DC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50E0CE3-7D46-85E6-6F74-D37FB88DE8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22F5EF-5ECC-6CCC-AAE5-8CEAA63DA754}"/>
              </a:ext>
            </a:extLst>
          </p:cNvPr>
          <p:cNvSpPr>
            <a:spLocks noGrp="1"/>
          </p:cNvSpPr>
          <p:nvPr>
            <p:ph type="dt" sz="half" idx="10"/>
          </p:nvPr>
        </p:nvSpPr>
        <p:spPr/>
        <p:txBody>
          <a:bodyPr/>
          <a:lstStyle/>
          <a:p>
            <a:fld id="{EC2B357A-DDCB-4F9E-B589-D2692D8AE257}" type="datetimeFigureOut">
              <a:rPr lang="en-US" smtClean="0"/>
              <a:t>10/5/2026</a:t>
            </a:fld>
            <a:endParaRPr lang="en-US"/>
          </a:p>
        </p:txBody>
      </p:sp>
      <p:sp>
        <p:nvSpPr>
          <p:cNvPr id="6" name="Footer Placeholder 5">
            <a:extLst>
              <a:ext uri="{FF2B5EF4-FFF2-40B4-BE49-F238E27FC236}">
                <a16:creationId xmlns:a16="http://schemas.microsoft.com/office/drawing/2014/main" id="{78A0BCC1-853F-728F-2E52-8690063C38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612501-1040-E1E1-7476-A811F8CB2F3F}"/>
              </a:ext>
            </a:extLst>
          </p:cNvPr>
          <p:cNvSpPr>
            <a:spLocks noGrp="1"/>
          </p:cNvSpPr>
          <p:nvPr>
            <p:ph type="sldNum" sz="quarter" idx="12"/>
          </p:nvPr>
        </p:nvSpPr>
        <p:spPr/>
        <p:txBody>
          <a:bodyPr/>
          <a:lstStyle/>
          <a:p>
            <a:fld id="{3F551D42-A396-4E7E-AF62-C26E6A4A8E39}" type="slidenum">
              <a:rPr lang="en-US" smtClean="0"/>
              <a:t>‹#›</a:t>
            </a:fld>
            <a:endParaRPr lang="en-US"/>
          </a:p>
        </p:txBody>
      </p:sp>
    </p:spTree>
    <p:extLst>
      <p:ext uri="{BB962C8B-B14F-4D97-AF65-F5344CB8AC3E}">
        <p14:creationId xmlns:p14="http://schemas.microsoft.com/office/powerpoint/2010/main" val="3301282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F39C6-8C1B-CDDB-2529-4558D6EF70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47FA97-2398-118C-CADD-227881D06C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88932-4B64-B688-B335-98923A085EFF}"/>
              </a:ext>
            </a:extLst>
          </p:cNvPr>
          <p:cNvSpPr>
            <a:spLocks noGrp="1"/>
          </p:cNvSpPr>
          <p:nvPr>
            <p:ph type="dt" sz="half" idx="10"/>
          </p:nvPr>
        </p:nvSpPr>
        <p:spPr/>
        <p:txBody>
          <a:bodyPr/>
          <a:lstStyle/>
          <a:p>
            <a:fld id="{EC2B357A-DDCB-4F9E-B589-D2692D8AE257}" type="datetimeFigureOut">
              <a:rPr lang="en-US" smtClean="0"/>
              <a:t>10/5/2026</a:t>
            </a:fld>
            <a:endParaRPr lang="en-US"/>
          </a:p>
        </p:txBody>
      </p:sp>
      <p:sp>
        <p:nvSpPr>
          <p:cNvPr id="5" name="Footer Placeholder 4">
            <a:extLst>
              <a:ext uri="{FF2B5EF4-FFF2-40B4-BE49-F238E27FC236}">
                <a16:creationId xmlns:a16="http://schemas.microsoft.com/office/drawing/2014/main" id="{A4660731-203D-1D21-DB0E-FFEDB5FDD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0CA0FA-15FE-178E-6C84-AFD063420250}"/>
              </a:ext>
            </a:extLst>
          </p:cNvPr>
          <p:cNvSpPr>
            <a:spLocks noGrp="1"/>
          </p:cNvSpPr>
          <p:nvPr>
            <p:ph type="sldNum" sz="quarter" idx="12"/>
          </p:nvPr>
        </p:nvSpPr>
        <p:spPr/>
        <p:txBody>
          <a:bodyPr/>
          <a:lstStyle/>
          <a:p>
            <a:fld id="{3F551D42-A396-4E7E-AF62-C26E6A4A8E39}" type="slidenum">
              <a:rPr lang="en-US" smtClean="0"/>
              <a:t>‹#›</a:t>
            </a:fld>
            <a:endParaRPr lang="en-US"/>
          </a:p>
        </p:txBody>
      </p:sp>
    </p:spTree>
    <p:extLst>
      <p:ext uri="{BB962C8B-B14F-4D97-AF65-F5344CB8AC3E}">
        <p14:creationId xmlns:p14="http://schemas.microsoft.com/office/powerpoint/2010/main" val="1649390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2772C2-8892-3F33-39C3-BFCE1AD772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64FA14-A451-D839-A873-CF34D25748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38DF47-BB49-6BB9-3893-7F6BC6C29DBA}"/>
              </a:ext>
            </a:extLst>
          </p:cNvPr>
          <p:cNvSpPr>
            <a:spLocks noGrp="1"/>
          </p:cNvSpPr>
          <p:nvPr>
            <p:ph type="dt" sz="half" idx="10"/>
          </p:nvPr>
        </p:nvSpPr>
        <p:spPr/>
        <p:txBody>
          <a:bodyPr/>
          <a:lstStyle/>
          <a:p>
            <a:fld id="{EC2B357A-DDCB-4F9E-B589-D2692D8AE257}" type="datetimeFigureOut">
              <a:rPr lang="en-US" smtClean="0"/>
              <a:t>10/5/2026</a:t>
            </a:fld>
            <a:endParaRPr lang="en-US"/>
          </a:p>
        </p:txBody>
      </p:sp>
      <p:sp>
        <p:nvSpPr>
          <p:cNvPr id="5" name="Footer Placeholder 4">
            <a:extLst>
              <a:ext uri="{FF2B5EF4-FFF2-40B4-BE49-F238E27FC236}">
                <a16:creationId xmlns:a16="http://schemas.microsoft.com/office/drawing/2014/main" id="{43F5D13C-37D7-6CEB-2BAF-3DCA405E4C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240CC4-9474-A365-D8E7-79D18C764C71}"/>
              </a:ext>
            </a:extLst>
          </p:cNvPr>
          <p:cNvSpPr>
            <a:spLocks noGrp="1"/>
          </p:cNvSpPr>
          <p:nvPr>
            <p:ph type="sldNum" sz="quarter" idx="12"/>
          </p:nvPr>
        </p:nvSpPr>
        <p:spPr/>
        <p:txBody>
          <a:bodyPr/>
          <a:lstStyle/>
          <a:p>
            <a:fld id="{3F551D42-A396-4E7E-AF62-C26E6A4A8E39}" type="slidenum">
              <a:rPr lang="en-US" smtClean="0"/>
              <a:t>‹#›</a:t>
            </a:fld>
            <a:endParaRPr lang="en-US"/>
          </a:p>
        </p:txBody>
      </p:sp>
    </p:spTree>
    <p:extLst>
      <p:ext uri="{BB962C8B-B14F-4D97-AF65-F5344CB8AC3E}">
        <p14:creationId xmlns:p14="http://schemas.microsoft.com/office/powerpoint/2010/main" val="188329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userDrawn="1">
  <p:cSld name="Caption">
    <p:spTree>
      <p:nvGrpSpPr>
        <p:cNvPr id="1" name="Shape 50"/>
        <p:cNvGrpSpPr/>
        <p:nvPr/>
      </p:nvGrpSpPr>
      <p:grpSpPr>
        <a:xfrm>
          <a:off x="0" y="0"/>
          <a:ext cx="0" cy="0"/>
          <a:chOff x="0" y="0"/>
          <a:chExt cx="0" cy="0"/>
        </a:xfrm>
      </p:grpSpPr>
      <p:pic>
        <p:nvPicPr>
          <p:cNvPr id="5" name="Picture 4">
            <a:extLst>
              <a:ext uri="{FF2B5EF4-FFF2-40B4-BE49-F238E27FC236}">
                <a16:creationId xmlns:a16="http://schemas.microsoft.com/office/drawing/2014/main" id="{A4D878EC-F864-664F-3DC1-09BD0141A84D}"/>
              </a:ext>
            </a:extLst>
          </p:cNvPr>
          <p:cNvPicPr>
            <a:picLocks noChangeAspect="1"/>
          </p:cNvPicPr>
          <p:nvPr userDrawn="1"/>
        </p:nvPicPr>
        <p:blipFill>
          <a:blip r:embed="rId2"/>
          <a:stretch>
            <a:fillRect/>
          </a:stretch>
        </p:blipFill>
        <p:spPr>
          <a:xfrm>
            <a:off x="0" y="5599290"/>
            <a:ext cx="12205691" cy="1258711"/>
          </a:xfrm>
          <a:prstGeom prst="rect">
            <a:avLst/>
          </a:prstGeom>
        </p:spPr>
      </p:pic>
      <p:sp>
        <p:nvSpPr>
          <p:cNvPr id="6" name="Google Shape;29;p5">
            <a:extLst>
              <a:ext uri="{FF2B5EF4-FFF2-40B4-BE49-F238E27FC236}">
                <a16:creationId xmlns:a16="http://schemas.microsoft.com/office/drawing/2014/main" id="{66A6A47F-A56D-8847-5704-D0CB11115A72}"/>
              </a:ext>
            </a:extLst>
          </p:cNvPr>
          <p:cNvSpPr txBox="1">
            <a:spLocks noGrp="1"/>
          </p:cNvSpPr>
          <p:nvPr>
            <p:ph type="sldNum" idx="12"/>
          </p:nvPr>
        </p:nvSpPr>
        <p:spPr>
          <a:xfrm>
            <a:off x="11409033" y="6344577"/>
            <a:ext cx="731600" cy="412000"/>
          </a:xfrm>
          <a:prstGeom prst="rect">
            <a:avLst/>
          </a:prstGeom>
        </p:spPr>
        <p:txBody>
          <a:bodyPr spcFirstLastPara="1" wrap="square" lIns="91425" tIns="91425" rIns="91425" bIns="91425" anchor="t" anchorCtr="0">
            <a:noAutofit/>
          </a:bodyPr>
          <a:lstStyle>
            <a:lvl1pPr lvl="0">
              <a:buNone/>
              <a:defRPr b="0" i="0">
                <a:solidFill>
                  <a:schemeClr val="tx2"/>
                </a:solidFill>
                <a:latin typeface="Inter" panose="02000503000000020004" pitchFamily="2" charset="0"/>
                <a:ea typeface="Inter" panose="02000503000000020004" pitchFamily="2" charset="0"/>
                <a:cs typeface="Inter" panose="02000503000000020004" pitchFamily="2" charset="0"/>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24878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31349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AC6A7-B91A-C733-F6A7-C594AE8AB3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901500-9061-01A2-61B7-DBB16B716E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1EF6E7A-7098-AA23-604B-BB858CDF793B}"/>
              </a:ext>
            </a:extLst>
          </p:cNvPr>
          <p:cNvSpPr>
            <a:spLocks noGrp="1"/>
          </p:cNvSpPr>
          <p:nvPr>
            <p:ph type="dt" sz="half" idx="10"/>
          </p:nvPr>
        </p:nvSpPr>
        <p:spPr/>
        <p:txBody>
          <a:bodyPr/>
          <a:lstStyle/>
          <a:p>
            <a:fld id="{D15EC8F3-50AC-40E5-AFD4-305EED3B4DA9}" type="datetimeFigureOut">
              <a:rPr lang="en-US" smtClean="0"/>
              <a:t>10/5/2026</a:t>
            </a:fld>
            <a:endParaRPr lang="en-US"/>
          </a:p>
        </p:txBody>
      </p:sp>
      <p:sp>
        <p:nvSpPr>
          <p:cNvPr id="5" name="Footer Placeholder 4">
            <a:extLst>
              <a:ext uri="{FF2B5EF4-FFF2-40B4-BE49-F238E27FC236}">
                <a16:creationId xmlns:a16="http://schemas.microsoft.com/office/drawing/2014/main" id="{1FE11D68-875E-DC35-E426-46D36FA239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78532A-B42C-15A2-A715-0D16A1EFDAF6}"/>
              </a:ext>
            </a:extLst>
          </p:cNvPr>
          <p:cNvSpPr>
            <a:spLocks noGrp="1"/>
          </p:cNvSpPr>
          <p:nvPr>
            <p:ph type="sldNum" sz="quarter" idx="12"/>
          </p:nvPr>
        </p:nvSpPr>
        <p:spPr/>
        <p:txBody>
          <a:bodyPr/>
          <a:lstStyle/>
          <a:p>
            <a:fld id="{BF7A0215-BD32-4EFC-AC34-651FDCEC46CE}" type="slidenum">
              <a:rPr lang="en-US" smtClean="0"/>
              <a:t>‹#›</a:t>
            </a:fld>
            <a:endParaRPr lang="en-US"/>
          </a:p>
        </p:txBody>
      </p:sp>
    </p:spTree>
    <p:extLst>
      <p:ext uri="{BB962C8B-B14F-4D97-AF65-F5344CB8AC3E}">
        <p14:creationId xmlns:p14="http://schemas.microsoft.com/office/powerpoint/2010/main" val="15460459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5238D-CB8A-0C05-06B8-EA94416A22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153895-5EC1-764C-684F-A3CB7722FB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2DB790-68E2-7369-F65E-8BCD39B9ACCD}"/>
              </a:ext>
            </a:extLst>
          </p:cNvPr>
          <p:cNvSpPr>
            <a:spLocks noGrp="1"/>
          </p:cNvSpPr>
          <p:nvPr>
            <p:ph type="dt" sz="half" idx="10"/>
          </p:nvPr>
        </p:nvSpPr>
        <p:spPr/>
        <p:txBody>
          <a:bodyPr/>
          <a:lstStyle/>
          <a:p>
            <a:fld id="{D15EC8F3-50AC-40E5-AFD4-305EED3B4DA9}" type="datetimeFigureOut">
              <a:rPr lang="en-US" smtClean="0"/>
              <a:t>10/5/2026</a:t>
            </a:fld>
            <a:endParaRPr lang="en-US"/>
          </a:p>
        </p:txBody>
      </p:sp>
      <p:sp>
        <p:nvSpPr>
          <p:cNvPr id="5" name="Footer Placeholder 4">
            <a:extLst>
              <a:ext uri="{FF2B5EF4-FFF2-40B4-BE49-F238E27FC236}">
                <a16:creationId xmlns:a16="http://schemas.microsoft.com/office/drawing/2014/main" id="{FAAE1D61-6B1E-059B-AE70-28DCD753C1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2C2231-938F-B424-071E-C7D4548455F2}"/>
              </a:ext>
            </a:extLst>
          </p:cNvPr>
          <p:cNvSpPr>
            <a:spLocks noGrp="1"/>
          </p:cNvSpPr>
          <p:nvPr>
            <p:ph type="sldNum" sz="quarter" idx="12"/>
          </p:nvPr>
        </p:nvSpPr>
        <p:spPr/>
        <p:txBody>
          <a:bodyPr/>
          <a:lstStyle/>
          <a:p>
            <a:fld id="{BF7A0215-BD32-4EFC-AC34-651FDCEC46CE}" type="slidenum">
              <a:rPr lang="en-US" smtClean="0"/>
              <a:t>‹#›</a:t>
            </a:fld>
            <a:endParaRPr lang="en-US"/>
          </a:p>
        </p:txBody>
      </p:sp>
    </p:spTree>
    <p:extLst>
      <p:ext uri="{BB962C8B-B14F-4D97-AF65-F5344CB8AC3E}">
        <p14:creationId xmlns:p14="http://schemas.microsoft.com/office/powerpoint/2010/main" val="40732239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EC366-09DF-51F4-DCB0-67AA01CA93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D7885A-1257-2BB7-7927-2B7D603A5F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C663E6-34BB-1398-8BEF-94FBDE87A592}"/>
              </a:ext>
            </a:extLst>
          </p:cNvPr>
          <p:cNvSpPr>
            <a:spLocks noGrp="1"/>
          </p:cNvSpPr>
          <p:nvPr>
            <p:ph type="dt" sz="half" idx="10"/>
          </p:nvPr>
        </p:nvSpPr>
        <p:spPr/>
        <p:txBody>
          <a:bodyPr/>
          <a:lstStyle/>
          <a:p>
            <a:fld id="{D15EC8F3-50AC-40E5-AFD4-305EED3B4DA9}" type="datetimeFigureOut">
              <a:rPr lang="en-US" smtClean="0"/>
              <a:t>10/5/2026</a:t>
            </a:fld>
            <a:endParaRPr lang="en-US"/>
          </a:p>
        </p:txBody>
      </p:sp>
      <p:sp>
        <p:nvSpPr>
          <p:cNvPr id="5" name="Footer Placeholder 4">
            <a:extLst>
              <a:ext uri="{FF2B5EF4-FFF2-40B4-BE49-F238E27FC236}">
                <a16:creationId xmlns:a16="http://schemas.microsoft.com/office/drawing/2014/main" id="{18EC819A-9BA7-3107-19CA-3F3D1CF6C4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0F792-EFE8-01E3-373F-D4C9362A9520}"/>
              </a:ext>
            </a:extLst>
          </p:cNvPr>
          <p:cNvSpPr>
            <a:spLocks noGrp="1"/>
          </p:cNvSpPr>
          <p:nvPr>
            <p:ph type="sldNum" sz="quarter" idx="12"/>
          </p:nvPr>
        </p:nvSpPr>
        <p:spPr/>
        <p:txBody>
          <a:bodyPr/>
          <a:lstStyle/>
          <a:p>
            <a:fld id="{BF7A0215-BD32-4EFC-AC34-651FDCEC46CE}" type="slidenum">
              <a:rPr lang="en-US" smtClean="0"/>
              <a:t>‹#›</a:t>
            </a:fld>
            <a:endParaRPr lang="en-US"/>
          </a:p>
        </p:txBody>
      </p:sp>
    </p:spTree>
    <p:extLst>
      <p:ext uri="{BB962C8B-B14F-4D97-AF65-F5344CB8AC3E}">
        <p14:creationId xmlns:p14="http://schemas.microsoft.com/office/powerpoint/2010/main" val="772607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59B83-948F-B9D8-6D35-073E418514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BF800A-B92E-5876-047C-F902DB20DC1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05C77CF-5317-7858-8516-89164D5868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BD9BC8-49E5-200D-ED16-E0C382A68890}"/>
              </a:ext>
            </a:extLst>
          </p:cNvPr>
          <p:cNvSpPr>
            <a:spLocks noGrp="1"/>
          </p:cNvSpPr>
          <p:nvPr>
            <p:ph type="dt" sz="half" idx="10"/>
          </p:nvPr>
        </p:nvSpPr>
        <p:spPr/>
        <p:txBody>
          <a:bodyPr/>
          <a:lstStyle/>
          <a:p>
            <a:fld id="{D15EC8F3-50AC-40E5-AFD4-305EED3B4DA9}" type="datetimeFigureOut">
              <a:rPr lang="en-US" smtClean="0"/>
              <a:t>10/5/2026</a:t>
            </a:fld>
            <a:endParaRPr lang="en-US"/>
          </a:p>
        </p:txBody>
      </p:sp>
      <p:sp>
        <p:nvSpPr>
          <p:cNvPr id="6" name="Footer Placeholder 5">
            <a:extLst>
              <a:ext uri="{FF2B5EF4-FFF2-40B4-BE49-F238E27FC236}">
                <a16:creationId xmlns:a16="http://schemas.microsoft.com/office/drawing/2014/main" id="{D7CB54B9-A4F9-E1D3-FF62-0861384722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ED4318-A43A-8C8E-3412-EE256A736710}"/>
              </a:ext>
            </a:extLst>
          </p:cNvPr>
          <p:cNvSpPr>
            <a:spLocks noGrp="1"/>
          </p:cNvSpPr>
          <p:nvPr>
            <p:ph type="sldNum" sz="quarter" idx="12"/>
          </p:nvPr>
        </p:nvSpPr>
        <p:spPr/>
        <p:txBody>
          <a:bodyPr/>
          <a:lstStyle/>
          <a:p>
            <a:fld id="{BF7A0215-BD32-4EFC-AC34-651FDCEC46CE}" type="slidenum">
              <a:rPr lang="en-US" smtClean="0"/>
              <a:t>‹#›</a:t>
            </a:fld>
            <a:endParaRPr lang="en-US"/>
          </a:p>
        </p:txBody>
      </p:sp>
    </p:spTree>
    <p:extLst>
      <p:ext uri="{BB962C8B-B14F-4D97-AF65-F5344CB8AC3E}">
        <p14:creationId xmlns:p14="http://schemas.microsoft.com/office/powerpoint/2010/main" val="24281578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ACCBF-553C-3E05-5982-6F4CE3563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15DBCA-7372-14AC-A7B2-F1942BCB11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753696-7926-FD68-E82B-000480B859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DB96D0-2BE9-203E-8E96-7C9A097103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714AD5-9982-BA53-D57D-C6CEC77F52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94FAD-7FFA-A451-E529-B7B78F2CC6D6}"/>
              </a:ext>
            </a:extLst>
          </p:cNvPr>
          <p:cNvSpPr>
            <a:spLocks noGrp="1"/>
          </p:cNvSpPr>
          <p:nvPr>
            <p:ph type="dt" sz="half" idx="10"/>
          </p:nvPr>
        </p:nvSpPr>
        <p:spPr/>
        <p:txBody>
          <a:bodyPr/>
          <a:lstStyle/>
          <a:p>
            <a:fld id="{D15EC8F3-50AC-40E5-AFD4-305EED3B4DA9}" type="datetimeFigureOut">
              <a:rPr lang="en-US" smtClean="0"/>
              <a:t>10/5/2026</a:t>
            </a:fld>
            <a:endParaRPr lang="en-US"/>
          </a:p>
        </p:txBody>
      </p:sp>
      <p:sp>
        <p:nvSpPr>
          <p:cNvPr id="8" name="Footer Placeholder 7">
            <a:extLst>
              <a:ext uri="{FF2B5EF4-FFF2-40B4-BE49-F238E27FC236}">
                <a16:creationId xmlns:a16="http://schemas.microsoft.com/office/drawing/2014/main" id="{1772F5FA-4BF6-9834-392E-DA1812B9E0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90161E-4430-BF1A-8964-39470D5C64D7}"/>
              </a:ext>
            </a:extLst>
          </p:cNvPr>
          <p:cNvSpPr>
            <a:spLocks noGrp="1"/>
          </p:cNvSpPr>
          <p:nvPr>
            <p:ph type="sldNum" sz="quarter" idx="12"/>
          </p:nvPr>
        </p:nvSpPr>
        <p:spPr/>
        <p:txBody>
          <a:bodyPr/>
          <a:lstStyle/>
          <a:p>
            <a:fld id="{BF7A0215-BD32-4EFC-AC34-651FDCEC46CE}" type="slidenum">
              <a:rPr lang="en-US" smtClean="0"/>
              <a:t>‹#›</a:t>
            </a:fld>
            <a:endParaRPr lang="en-US"/>
          </a:p>
        </p:txBody>
      </p:sp>
    </p:spTree>
    <p:extLst>
      <p:ext uri="{BB962C8B-B14F-4D97-AF65-F5344CB8AC3E}">
        <p14:creationId xmlns:p14="http://schemas.microsoft.com/office/powerpoint/2010/main" val="25850344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349BD-2F6C-E95F-B20E-9CADC6C84E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DEB38D-227A-73BA-2616-F5FC518F0100}"/>
              </a:ext>
            </a:extLst>
          </p:cNvPr>
          <p:cNvSpPr>
            <a:spLocks noGrp="1"/>
          </p:cNvSpPr>
          <p:nvPr>
            <p:ph type="dt" sz="half" idx="10"/>
          </p:nvPr>
        </p:nvSpPr>
        <p:spPr/>
        <p:txBody>
          <a:bodyPr/>
          <a:lstStyle/>
          <a:p>
            <a:fld id="{D15EC8F3-50AC-40E5-AFD4-305EED3B4DA9}" type="datetimeFigureOut">
              <a:rPr lang="en-US" smtClean="0"/>
              <a:t>10/5/2026</a:t>
            </a:fld>
            <a:endParaRPr lang="en-US"/>
          </a:p>
        </p:txBody>
      </p:sp>
      <p:sp>
        <p:nvSpPr>
          <p:cNvPr id="4" name="Footer Placeholder 3">
            <a:extLst>
              <a:ext uri="{FF2B5EF4-FFF2-40B4-BE49-F238E27FC236}">
                <a16:creationId xmlns:a16="http://schemas.microsoft.com/office/drawing/2014/main" id="{B435F23F-E09A-96E8-A20D-81035A7FD6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19ED910-1424-E69F-9D1B-7D86BE8F8F71}"/>
              </a:ext>
            </a:extLst>
          </p:cNvPr>
          <p:cNvSpPr>
            <a:spLocks noGrp="1"/>
          </p:cNvSpPr>
          <p:nvPr>
            <p:ph type="sldNum" sz="quarter" idx="12"/>
          </p:nvPr>
        </p:nvSpPr>
        <p:spPr/>
        <p:txBody>
          <a:bodyPr/>
          <a:lstStyle/>
          <a:p>
            <a:fld id="{BF7A0215-BD32-4EFC-AC34-651FDCEC46CE}" type="slidenum">
              <a:rPr lang="en-US" smtClean="0"/>
              <a:t>‹#›</a:t>
            </a:fld>
            <a:endParaRPr lang="en-US"/>
          </a:p>
        </p:txBody>
      </p:sp>
    </p:spTree>
    <p:extLst>
      <p:ext uri="{BB962C8B-B14F-4D97-AF65-F5344CB8AC3E}">
        <p14:creationId xmlns:p14="http://schemas.microsoft.com/office/powerpoint/2010/main" val="5541467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611870-8D2F-612F-FB85-4DF837CF0778}"/>
              </a:ext>
            </a:extLst>
          </p:cNvPr>
          <p:cNvSpPr>
            <a:spLocks noGrp="1"/>
          </p:cNvSpPr>
          <p:nvPr>
            <p:ph type="dt" sz="half" idx="10"/>
          </p:nvPr>
        </p:nvSpPr>
        <p:spPr/>
        <p:txBody>
          <a:bodyPr/>
          <a:lstStyle/>
          <a:p>
            <a:fld id="{D15EC8F3-50AC-40E5-AFD4-305EED3B4DA9}" type="datetimeFigureOut">
              <a:rPr lang="en-US" smtClean="0"/>
              <a:t>10/5/2026</a:t>
            </a:fld>
            <a:endParaRPr lang="en-US"/>
          </a:p>
        </p:txBody>
      </p:sp>
      <p:sp>
        <p:nvSpPr>
          <p:cNvPr id="3" name="Footer Placeholder 2">
            <a:extLst>
              <a:ext uri="{FF2B5EF4-FFF2-40B4-BE49-F238E27FC236}">
                <a16:creationId xmlns:a16="http://schemas.microsoft.com/office/drawing/2014/main" id="{FED964BB-839B-BB16-24D0-3257AF68EB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D69122-E3C5-6189-D575-B0B79BCC31A6}"/>
              </a:ext>
            </a:extLst>
          </p:cNvPr>
          <p:cNvSpPr>
            <a:spLocks noGrp="1"/>
          </p:cNvSpPr>
          <p:nvPr>
            <p:ph type="sldNum" sz="quarter" idx="12"/>
          </p:nvPr>
        </p:nvSpPr>
        <p:spPr/>
        <p:txBody>
          <a:bodyPr/>
          <a:lstStyle/>
          <a:p>
            <a:fld id="{BF7A0215-BD32-4EFC-AC34-651FDCEC46CE}" type="slidenum">
              <a:rPr lang="en-US" smtClean="0"/>
              <a:t>‹#›</a:t>
            </a:fld>
            <a:endParaRPr lang="en-US"/>
          </a:p>
        </p:txBody>
      </p:sp>
    </p:spTree>
    <p:extLst>
      <p:ext uri="{BB962C8B-B14F-4D97-AF65-F5344CB8AC3E}">
        <p14:creationId xmlns:p14="http://schemas.microsoft.com/office/powerpoint/2010/main" val="17775359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04895-221A-8AD9-4FB2-C859E487D2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1316BFD-54AF-F880-6356-79E2FBCC1E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A7D2A2-0B4E-CC5E-88C7-BFA60033F4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510CF7-5266-463C-37CB-BD77C48DDD26}"/>
              </a:ext>
            </a:extLst>
          </p:cNvPr>
          <p:cNvSpPr>
            <a:spLocks noGrp="1"/>
          </p:cNvSpPr>
          <p:nvPr>
            <p:ph type="dt" sz="half" idx="10"/>
          </p:nvPr>
        </p:nvSpPr>
        <p:spPr/>
        <p:txBody>
          <a:bodyPr/>
          <a:lstStyle/>
          <a:p>
            <a:fld id="{D15EC8F3-50AC-40E5-AFD4-305EED3B4DA9}" type="datetimeFigureOut">
              <a:rPr lang="en-US" smtClean="0"/>
              <a:t>10/5/2026</a:t>
            </a:fld>
            <a:endParaRPr lang="en-US"/>
          </a:p>
        </p:txBody>
      </p:sp>
      <p:sp>
        <p:nvSpPr>
          <p:cNvPr id="6" name="Footer Placeholder 5">
            <a:extLst>
              <a:ext uri="{FF2B5EF4-FFF2-40B4-BE49-F238E27FC236}">
                <a16:creationId xmlns:a16="http://schemas.microsoft.com/office/drawing/2014/main" id="{7967DEF2-487A-DF08-92E8-C20ABBD448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2C8FC8-3191-B539-04CA-D6AF704C1C06}"/>
              </a:ext>
            </a:extLst>
          </p:cNvPr>
          <p:cNvSpPr>
            <a:spLocks noGrp="1"/>
          </p:cNvSpPr>
          <p:nvPr>
            <p:ph type="sldNum" sz="quarter" idx="12"/>
          </p:nvPr>
        </p:nvSpPr>
        <p:spPr/>
        <p:txBody>
          <a:bodyPr/>
          <a:lstStyle/>
          <a:p>
            <a:fld id="{BF7A0215-BD32-4EFC-AC34-651FDCEC46CE}" type="slidenum">
              <a:rPr lang="en-US" smtClean="0"/>
              <a:t>‹#›</a:t>
            </a:fld>
            <a:endParaRPr lang="en-US"/>
          </a:p>
        </p:txBody>
      </p:sp>
    </p:spTree>
    <p:extLst>
      <p:ext uri="{BB962C8B-B14F-4D97-AF65-F5344CB8AC3E}">
        <p14:creationId xmlns:p14="http://schemas.microsoft.com/office/powerpoint/2010/main" val="1736427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62D4B-5D7F-A8E8-620C-2777D08790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5B759C-A368-4F21-D709-837EDBE58B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0BE4759-8B7B-DC38-5711-D24C383837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E94B4B-4F79-F8DA-577B-EFDB62037AC7}"/>
              </a:ext>
            </a:extLst>
          </p:cNvPr>
          <p:cNvSpPr>
            <a:spLocks noGrp="1"/>
          </p:cNvSpPr>
          <p:nvPr>
            <p:ph type="dt" sz="half" idx="10"/>
          </p:nvPr>
        </p:nvSpPr>
        <p:spPr/>
        <p:txBody>
          <a:bodyPr/>
          <a:lstStyle/>
          <a:p>
            <a:fld id="{D15EC8F3-50AC-40E5-AFD4-305EED3B4DA9}" type="datetimeFigureOut">
              <a:rPr lang="en-US" smtClean="0"/>
              <a:t>10/5/2026</a:t>
            </a:fld>
            <a:endParaRPr lang="en-US"/>
          </a:p>
        </p:txBody>
      </p:sp>
      <p:sp>
        <p:nvSpPr>
          <p:cNvPr id="6" name="Footer Placeholder 5">
            <a:extLst>
              <a:ext uri="{FF2B5EF4-FFF2-40B4-BE49-F238E27FC236}">
                <a16:creationId xmlns:a16="http://schemas.microsoft.com/office/drawing/2014/main" id="{415D331A-A447-9FF1-5893-299D108908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6AB3A8-00D9-B998-26A1-9D6D71D958C8}"/>
              </a:ext>
            </a:extLst>
          </p:cNvPr>
          <p:cNvSpPr>
            <a:spLocks noGrp="1"/>
          </p:cNvSpPr>
          <p:nvPr>
            <p:ph type="sldNum" sz="quarter" idx="12"/>
          </p:nvPr>
        </p:nvSpPr>
        <p:spPr/>
        <p:txBody>
          <a:bodyPr/>
          <a:lstStyle/>
          <a:p>
            <a:fld id="{BF7A0215-BD32-4EFC-AC34-651FDCEC46CE}" type="slidenum">
              <a:rPr lang="en-US" smtClean="0"/>
              <a:t>‹#›</a:t>
            </a:fld>
            <a:endParaRPr lang="en-US"/>
          </a:p>
        </p:txBody>
      </p:sp>
    </p:spTree>
    <p:extLst>
      <p:ext uri="{BB962C8B-B14F-4D97-AF65-F5344CB8AC3E}">
        <p14:creationId xmlns:p14="http://schemas.microsoft.com/office/powerpoint/2010/main" val="19406620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ADF60-A4FC-D83F-317C-5E8400CD90D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2552EC-6B9D-9ED2-7A74-70D284331C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371E2-E927-79C5-63FC-9DCF2056B2E7}"/>
              </a:ext>
            </a:extLst>
          </p:cNvPr>
          <p:cNvSpPr>
            <a:spLocks noGrp="1"/>
          </p:cNvSpPr>
          <p:nvPr>
            <p:ph type="dt" sz="half" idx="10"/>
          </p:nvPr>
        </p:nvSpPr>
        <p:spPr/>
        <p:txBody>
          <a:bodyPr/>
          <a:lstStyle/>
          <a:p>
            <a:fld id="{D15EC8F3-50AC-40E5-AFD4-305EED3B4DA9}" type="datetimeFigureOut">
              <a:rPr lang="en-US" smtClean="0"/>
              <a:t>10/5/2026</a:t>
            </a:fld>
            <a:endParaRPr lang="en-US"/>
          </a:p>
        </p:txBody>
      </p:sp>
      <p:sp>
        <p:nvSpPr>
          <p:cNvPr id="5" name="Footer Placeholder 4">
            <a:extLst>
              <a:ext uri="{FF2B5EF4-FFF2-40B4-BE49-F238E27FC236}">
                <a16:creationId xmlns:a16="http://schemas.microsoft.com/office/drawing/2014/main" id="{42F07D77-DF65-CBC7-7FFD-E068281C07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1D6EF7-D1A4-CEE3-E8C2-EB0CEF687022}"/>
              </a:ext>
            </a:extLst>
          </p:cNvPr>
          <p:cNvSpPr>
            <a:spLocks noGrp="1"/>
          </p:cNvSpPr>
          <p:nvPr>
            <p:ph type="sldNum" sz="quarter" idx="12"/>
          </p:nvPr>
        </p:nvSpPr>
        <p:spPr/>
        <p:txBody>
          <a:bodyPr/>
          <a:lstStyle/>
          <a:p>
            <a:fld id="{BF7A0215-BD32-4EFC-AC34-651FDCEC46CE}" type="slidenum">
              <a:rPr lang="en-US" smtClean="0"/>
              <a:t>‹#›</a:t>
            </a:fld>
            <a:endParaRPr lang="en-US"/>
          </a:p>
        </p:txBody>
      </p:sp>
    </p:spTree>
    <p:extLst>
      <p:ext uri="{BB962C8B-B14F-4D97-AF65-F5344CB8AC3E}">
        <p14:creationId xmlns:p14="http://schemas.microsoft.com/office/powerpoint/2010/main" val="22866873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DF5635-8032-E3F4-E125-D64C8BA6F3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C0BF27-2129-E0C8-FED4-693FDF0F36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BED7C2-B7C6-5588-CBA4-E3F69DAF7D0D}"/>
              </a:ext>
            </a:extLst>
          </p:cNvPr>
          <p:cNvSpPr>
            <a:spLocks noGrp="1"/>
          </p:cNvSpPr>
          <p:nvPr>
            <p:ph type="dt" sz="half" idx="10"/>
          </p:nvPr>
        </p:nvSpPr>
        <p:spPr/>
        <p:txBody>
          <a:bodyPr/>
          <a:lstStyle/>
          <a:p>
            <a:fld id="{D15EC8F3-50AC-40E5-AFD4-305EED3B4DA9}" type="datetimeFigureOut">
              <a:rPr lang="en-US" smtClean="0"/>
              <a:t>10/5/2026</a:t>
            </a:fld>
            <a:endParaRPr lang="en-US"/>
          </a:p>
        </p:txBody>
      </p:sp>
      <p:sp>
        <p:nvSpPr>
          <p:cNvPr id="5" name="Footer Placeholder 4">
            <a:extLst>
              <a:ext uri="{FF2B5EF4-FFF2-40B4-BE49-F238E27FC236}">
                <a16:creationId xmlns:a16="http://schemas.microsoft.com/office/drawing/2014/main" id="{99F4D4C7-4A56-7459-4708-FF3374B7E4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53C1EE-A279-5A19-FDEE-62FA9A159297}"/>
              </a:ext>
            </a:extLst>
          </p:cNvPr>
          <p:cNvSpPr>
            <a:spLocks noGrp="1"/>
          </p:cNvSpPr>
          <p:nvPr>
            <p:ph type="sldNum" sz="quarter" idx="12"/>
          </p:nvPr>
        </p:nvSpPr>
        <p:spPr/>
        <p:txBody>
          <a:bodyPr/>
          <a:lstStyle/>
          <a:p>
            <a:fld id="{BF7A0215-BD32-4EFC-AC34-651FDCEC46CE}" type="slidenum">
              <a:rPr lang="en-US" smtClean="0"/>
              <a:t>‹#›</a:t>
            </a:fld>
            <a:endParaRPr lang="en-US"/>
          </a:p>
        </p:txBody>
      </p:sp>
    </p:spTree>
    <p:extLst>
      <p:ext uri="{BB962C8B-B14F-4D97-AF65-F5344CB8AC3E}">
        <p14:creationId xmlns:p14="http://schemas.microsoft.com/office/powerpoint/2010/main" val="35356132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5574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4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1D902-672B-F647-A1B4-915F5441730D}"/>
              </a:ext>
            </a:extLst>
          </p:cNvPr>
          <p:cNvSpPr>
            <a:spLocks noGrp="1"/>
          </p:cNvSpPr>
          <p:nvPr>
            <p:ph type="title"/>
          </p:nvPr>
        </p:nvSpPr>
        <p:spPr>
          <a:xfrm>
            <a:off x="5085566" y="1489193"/>
            <a:ext cx="6781969" cy="1499813"/>
          </a:xfrm>
        </p:spPr>
        <p:txBody>
          <a:bodyPr>
            <a:noAutofit/>
          </a:bodyPr>
          <a:lstStyle>
            <a:lvl1pPr>
              <a:defRPr sz="4800">
                <a:solidFill>
                  <a:srgbClr val="58585A"/>
                </a:solidFill>
              </a:defRPr>
            </a:lvl1pPr>
          </a:lstStyle>
          <a:p>
            <a:r>
              <a:rPr lang="en-US"/>
              <a:t>Click to edit Master title style</a:t>
            </a:r>
            <a:endParaRPr lang="en-CH"/>
          </a:p>
        </p:txBody>
      </p:sp>
      <p:sp>
        <p:nvSpPr>
          <p:cNvPr id="4" name="Content Placeholder 3">
            <a:extLst>
              <a:ext uri="{FF2B5EF4-FFF2-40B4-BE49-F238E27FC236}">
                <a16:creationId xmlns:a16="http://schemas.microsoft.com/office/drawing/2014/main" id="{FAAB2CE7-364C-64FB-EFFB-6F585518EAB1}"/>
              </a:ext>
            </a:extLst>
          </p:cNvPr>
          <p:cNvSpPr>
            <a:spLocks noGrp="1"/>
          </p:cNvSpPr>
          <p:nvPr>
            <p:ph sz="quarter" idx="10"/>
          </p:nvPr>
        </p:nvSpPr>
        <p:spPr>
          <a:xfrm>
            <a:off x="5085566" y="3529781"/>
            <a:ext cx="6781969" cy="275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17" name="Rectangle 16">
            <a:extLst>
              <a:ext uri="{FF2B5EF4-FFF2-40B4-BE49-F238E27FC236}">
                <a16:creationId xmlns:a16="http://schemas.microsoft.com/office/drawing/2014/main" id="{A81479E1-425E-BBAC-760A-B4D8085BC6D6}"/>
              </a:ext>
            </a:extLst>
          </p:cNvPr>
          <p:cNvSpPr/>
          <p:nvPr/>
        </p:nvSpPr>
        <p:spPr>
          <a:xfrm>
            <a:off x="5085567" y="997160"/>
            <a:ext cx="6411108" cy="98216"/>
          </a:xfrm>
          <a:prstGeom prst="rect">
            <a:avLst/>
          </a:prstGeom>
          <a:solidFill>
            <a:srgbClr val="1443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5" name="Picture Placeholder 4">
            <a:extLst>
              <a:ext uri="{FF2B5EF4-FFF2-40B4-BE49-F238E27FC236}">
                <a16:creationId xmlns:a16="http://schemas.microsoft.com/office/drawing/2014/main" id="{4D67C9C5-42A8-B9C6-A31E-BE2FA12DC86A}"/>
              </a:ext>
            </a:extLst>
          </p:cNvPr>
          <p:cNvSpPr>
            <a:spLocks noGrp="1"/>
          </p:cNvSpPr>
          <p:nvPr>
            <p:ph type="pic" sz="quarter" idx="11"/>
          </p:nvPr>
        </p:nvSpPr>
        <p:spPr>
          <a:xfrm>
            <a:off x="530942" y="609599"/>
            <a:ext cx="4119716" cy="5673213"/>
          </a:xfrm>
        </p:spPr>
        <p:txBody>
          <a:bodyPr/>
          <a:lstStyle/>
          <a:p>
            <a:r>
              <a:rPr lang="en-US"/>
              <a:t>Click icon to add picture</a:t>
            </a:r>
            <a:endParaRPr lang="en-CH"/>
          </a:p>
        </p:txBody>
      </p:sp>
    </p:spTree>
    <p:extLst>
      <p:ext uri="{BB962C8B-B14F-4D97-AF65-F5344CB8AC3E}">
        <p14:creationId xmlns:p14="http://schemas.microsoft.com/office/powerpoint/2010/main" val="165233197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43306" y="360052"/>
            <a:ext cx="11746751" cy="3036056"/>
          </a:xfrm>
        </p:spPr>
        <p:txBody>
          <a:bodyPr tIns="0" bIns="0" anchor="b" anchorCtr="0">
            <a:noAutofit/>
          </a:bodyPr>
          <a:lstStyle>
            <a:lvl1pPr algn="ctr">
              <a:defRPr sz="5867" b="1">
                <a:solidFill>
                  <a:schemeClr val="tx2"/>
                </a:solidFill>
              </a:defRPr>
            </a:lvl1pPr>
          </a:lstStyle>
          <a:p>
            <a:r>
              <a:rPr lang="en-US"/>
              <a:t>Click to edit Master title style</a:t>
            </a:r>
          </a:p>
        </p:txBody>
      </p:sp>
      <p:sp>
        <p:nvSpPr>
          <p:cNvPr id="3" name="Subtitle 2"/>
          <p:cNvSpPr>
            <a:spLocks noGrp="1"/>
          </p:cNvSpPr>
          <p:nvPr>
            <p:ph type="subTitle" idx="1"/>
          </p:nvPr>
        </p:nvSpPr>
        <p:spPr>
          <a:xfrm>
            <a:off x="243306" y="3545574"/>
            <a:ext cx="11746751" cy="1927860"/>
          </a:xfrm>
        </p:spPr>
        <p:txBody>
          <a:bodyPr tIns="0" bIns="0">
            <a:normAutofit/>
          </a:bodyPr>
          <a:lstStyle>
            <a:lvl1pPr marL="0" indent="0" algn="ctr">
              <a:buNone/>
              <a:defRPr sz="3200">
                <a:solidFill>
                  <a:schemeClr val="accent3"/>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ACDB3CC-F982-40F9-8DD6-BCC9AFBF44BD}" type="datetime1">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88E988-FB04-AB4E-BE5A-59F242AF7F7A}" type="slidenum">
              <a:rPr lang="en-US" smtClean="0"/>
              <a:t>‹#›</a:t>
            </a:fld>
            <a:endParaRPr lang="en-US"/>
          </a:p>
        </p:txBody>
      </p:sp>
      <p:pic>
        <p:nvPicPr>
          <p:cNvPr id="9" name="Picture 8" descr="bluestripe.png"/>
          <p:cNvPicPr>
            <a:picLocks noChangeAspect="1"/>
          </p:cNvPicPr>
          <p:nvPr userDrawn="1"/>
        </p:nvPicPr>
        <p:blipFill rotWithShape="1">
          <a:blip r:embed="rId3">
            <a:extLst>
              <a:ext uri="{28A0092B-C50C-407E-A947-70E740481C1C}">
                <a14:useLocalDpi xmlns:a14="http://schemas.microsoft.com/office/drawing/2010/main" val="0"/>
              </a:ext>
            </a:extLst>
          </a:blip>
          <a:srcRect r="17896"/>
          <a:stretch/>
        </p:blipFill>
        <p:spPr>
          <a:xfrm>
            <a:off x="-1" y="6006967"/>
            <a:ext cx="12192001" cy="844551"/>
          </a:xfrm>
          <a:prstGeom prst="rect">
            <a:avLst/>
          </a:prstGeom>
        </p:spPr>
      </p:pic>
      <p:pic>
        <p:nvPicPr>
          <p:cNvPr id="13" name="Picture 12" descr="A blue text on a black background&#10;&#10;Description automatically generated">
            <a:extLst>
              <a:ext uri="{FF2B5EF4-FFF2-40B4-BE49-F238E27FC236}">
                <a16:creationId xmlns:a16="http://schemas.microsoft.com/office/drawing/2014/main" id="{61D46E8E-113E-B422-93B9-CB352C4EB7C7}"/>
              </a:ext>
            </a:extLst>
          </p:cNvPr>
          <p:cNvPicPr>
            <a:picLocks noChangeAspect="1"/>
          </p:cNvPicPr>
          <p:nvPr userDrawn="1"/>
        </p:nvPicPr>
        <p:blipFill>
          <a:blip r:embed="rId4">
            <a:biLevel thresh="25000"/>
            <a:extLst>
              <a:ext uri="{28A0092B-C50C-407E-A947-70E740481C1C}">
                <a14:useLocalDpi xmlns:a14="http://schemas.microsoft.com/office/drawing/2010/main" val="0"/>
              </a:ext>
            </a:extLst>
          </a:blip>
          <a:stretch>
            <a:fillRect/>
          </a:stretch>
        </p:blipFill>
        <p:spPr>
          <a:xfrm>
            <a:off x="8889336" y="6215881"/>
            <a:ext cx="2919990" cy="426721"/>
          </a:xfrm>
          <a:prstGeom prst="rect">
            <a:avLst/>
          </a:prstGeom>
        </p:spPr>
      </p:pic>
    </p:spTree>
    <p:extLst>
      <p:ext uri="{BB962C8B-B14F-4D97-AF65-F5344CB8AC3E}">
        <p14:creationId xmlns:p14="http://schemas.microsoft.com/office/powerpoint/2010/main" val="28521952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43306" y="360052"/>
            <a:ext cx="11746751" cy="3036056"/>
          </a:xfrm>
        </p:spPr>
        <p:txBody>
          <a:bodyPr tIns="0" bIns="0" anchor="b" anchorCtr="0">
            <a:noAutofit/>
          </a:bodyPr>
          <a:lstStyle>
            <a:lvl1pPr algn="ctr">
              <a:defRPr sz="5867" b="1">
                <a:solidFill>
                  <a:schemeClr val="bg2"/>
                </a:solidFill>
              </a:defRPr>
            </a:lvl1pPr>
          </a:lstStyle>
          <a:p>
            <a:r>
              <a:rPr lang="en-US"/>
              <a:t>Click to edit Master title style</a:t>
            </a:r>
          </a:p>
        </p:txBody>
      </p:sp>
      <p:sp>
        <p:nvSpPr>
          <p:cNvPr id="3" name="Subtitle 2"/>
          <p:cNvSpPr>
            <a:spLocks noGrp="1"/>
          </p:cNvSpPr>
          <p:nvPr>
            <p:ph type="subTitle" idx="1"/>
          </p:nvPr>
        </p:nvSpPr>
        <p:spPr>
          <a:xfrm>
            <a:off x="243306" y="3545574"/>
            <a:ext cx="11746751" cy="1927860"/>
          </a:xfrm>
        </p:spPr>
        <p:txBody>
          <a:bodyPr tIns="0" bIns="0">
            <a:normAutofit/>
          </a:bodyPr>
          <a:lstStyle>
            <a:lvl1pPr marL="0" indent="0" algn="ctr">
              <a:buNone/>
              <a:defRPr sz="3200">
                <a:solidFill>
                  <a:schemeClr val="tx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ACDB3CC-F982-40F9-8DD6-BCC9AFBF44BD}" type="datetime1">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F88E988-FB04-AB4E-BE5A-59F242AF7F7A}" type="slidenum">
              <a:rPr lang="en-US" smtClean="0"/>
              <a:t>‹#›</a:t>
            </a:fld>
            <a:endParaRPr lang="en-US"/>
          </a:p>
        </p:txBody>
      </p:sp>
      <p:pic>
        <p:nvPicPr>
          <p:cNvPr id="9" name="Picture 8" descr="bluestrip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013450"/>
            <a:ext cx="12192000" cy="844551"/>
          </a:xfrm>
          <a:prstGeom prst="rect">
            <a:avLst/>
          </a:prstGeom>
        </p:spPr>
      </p:pic>
      <p:pic>
        <p:nvPicPr>
          <p:cNvPr id="10" name="Picture 9" descr="bluestripe.png">
            <a:extLst>
              <a:ext uri="{FF2B5EF4-FFF2-40B4-BE49-F238E27FC236}">
                <a16:creationId xmlns:a16="http://schemas.microsoft.com/office/drawing/2014/main" id="{1FF781FA-D3FC-96E9-77D0-67C1A0270D0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7896"/>
          <a:stretch/>
        </p:blipFill>
        <p:spPr>
          <a:xfrm>
            <a:off x="-1" y="6006967"/>
            <a:ext cx="12192001" cy="844551"/>
          </a:xfrm>
          <a:prstGeom prst="rect">
            <a:avLst/>
          </a:prstGeom>
        </p:spPr>
      </p:pic>
      <p:pic>
        <p:nvPicPr>
          <p:cNvPr id="11" name="Picture 10" descr="A blue text on a black background&#10;&#10;Description automatically generated">
            <a:extLst>
              <a:ext uri="{FF2B5EF4-FFF2-40B4-BE49-F238E27FC236}">
                <a16:creationId xmlns:a16="http://schemas.microsoft.com/office/drawing/2014/main" id="{93B090B7-F9D1-8E51-0EE2-308DC2F047B2}"/>
              </a:ext>
            </a:extLst>
          </p:cNvPr>
          <p:cNvPicPr>
            <a:picLocks noChangeAspect="1"/>
          </p:cNvPicPr>
          <p:nvPr userDrawn="1"/>
        </p:nvPicPr>
        <p:blipFill>
          <a:blip r:embed="rId3">
            <a:biLevel thresh="25000"/>
            <a:extLst>
              <a:ext uri="{28A0092B-C50C-407E-A947-70E740481C1C}">
                <a14:useLocalDpi xmlns:a14="http://schemas.microsoft.com/office/drawing/2010/main" val="0"/>
              </a:ext>
            </a:extLst>
          </a:blip>
          <a:stretch>
            <a:fillRect/>
          </a:stretch>
        </p:blipFill>
        <p:spPr>
          <a:xfrm>
            <a:off x="8889336" y="6215881"/>
            <a:ext cx="2919990" cy="426721"/>
          </a:xfrm>
          <a:prstGeom prst="rect">
            <a:avLst/>
          </a:prstGeom>
        </p:spPr>
      </p:pic>
    </p:spTree>
    <p:extLst>
      <p:ext uri="{BB962C8B-B14F-4D97-AF65-F5344CB8AC3E}">
        <p14:creationId xmlns:p14="http://schemas.microsoft.com/office/powerpoint/2010/main" val="7661985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C2560D-EC28-3B41-86E8-18F1CE0113B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6355A-084C-D24E-9AD2-7E4FC41EA627}" type="slidenum">
              <a:rPr lang="en-US" smtClean="0"/>
              <a:t>‹#›</a:t>
            </a:fld>
            <a:endParaRPr lang="en-US"/>
          </a:p>
        </p:txBody>
      </p:sp>
      <p:pic>
        <p:nvPicPr>
          <p:cNvPr id="7" name="Picture 6" descr="bluestripe.png">
            <a:extLst>
              <a:ext uri="{FF2B5EF4-FFF2-40B4-BE49-F238E27FC236}">
                <a16:creationId xmlns:a16="http://schemas.microsoft.com/office/drawing/2014/main" id="{DB9DB3E5-A839-5092-E4ED-17CA33655CA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7896"/>
          <a:stretch/>
        </p:blipFill>
        <p:spPr>
          <a:xfrm>
            <a:off x="-1" y="6006967"/>
            <a:ext cx="12192001" cy="844551"/>
          </a:xfrm>
          <a:prstGeom prst="rect">
            <a:avLst/>
          </a:prstGeom>
        </p:spPr>
      </p:pic>
      <p:pic>
        <p:nvPicPr>
          <p:cNvPr id="8" name="Picture 7" descr="A blue text on a black background&#10;&#10;Description automatically generated">
            <a:extLst>
              <a:ext uri="{FF2B5EF4-FFF2-40B4-BE49-F238E27FC236}">
                <a16:creationId xmlns:a16="http://schemas.microsoft.com/office/drawing/2014/main" id="{3152B3C8-4865-9F7C-E274-F8BB9A4A38E9}"/>
              </a:ext>
            </a:extLst>
          </p:cNvPr>
          <p:cNvPicPr>
            <a:picLocks noChangeAspect="1"/>
          </p:cNvPicPr>
          <p:nvPr userDrawn="1"/>
        </p:nvPicPr>
        <p:blipFill>
          <a:blip r:embed="rId3">
            <a:biLevel thresh="25000"/>
            <a:extLst>
              <a:ext uri="{28A0092B-C50C-407E-A947-70E740481C1C}">
                <a14:useLocalDpi xmlns:a14="http://schemas.microsoft.com/office/drawing/2010/main" val="0"/>
              </a:ext>
            </a:extLst>
          </a:blip>
          <a:stretch>
            <a:fillRect/>
          </a:stretch>
        </p:blipFill>
        <p:spPr>
          <a:xfrm>
            <a:off x="8889336" y="6215881"/>
            <a:ext cx="2919990" cy="426721"/>
          </a:xfrm>
          <a:prstGeom prst="rect">
            <a:avLst/>
          </a:prstGeom>
        </p:spPr>
      </p:pic>
    </p:spTree>
    <p:extLst>
      <p:ext uri="{BB962C8B-B14F-4D97-AF65-F5344CB8AC3E}">
        <p14:creationId xmlns:p14="http://schemas.microsoft.com/office/powerpoint/2010/main" val="18452938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8712" y="272465"/>
            <a:ext cx="11672416" cy="872489"/>
          </a:xfrm>
        </p:spPr>
        <p:txBody>
          <a:bodyPr/>
          <a:lstStyle/>
          <a:p>
            <a:r>
              <a:rPr lang="en-US"/>
              <a:t>Click to edit Master title style</a:t>
            </a:r>
          </a:p>
        </p:txBody>
      </p:sp>
      <p:sp>
        <p:nvSpPr>
          <p:cNvPr id="3" name="Content Placeholder 2"/>
          <p:cNvSpPr>
            <a:spLocks noGrp="1"/>
          </p:cNvSpPr>
          <p:nvPr>
            <p:ph idx="1"/>
          </p:nvPr>
        </p:nvSpPr>
        <p:spPr/>
        <p:txBody>
          <a:bodyPr/>
          <a:lstStyle>
            <a:lvl1pPr marL="243834">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C2560D-EC28-3B41-86E8-18F1CE0113B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6355A-084C-D24E-9AD2-7E4FC41EA627}" type="slidenum">
              <a:rPr lang="en-US" smtClean="0"/>
              <a:t>‹#›</a:t>
            </a:fld>
            <a:endParaRPr lang="en-US"/>
          </a:p>
        </p:txBody>
      </p:sp>
      <p:sp>
        <p:nvSpPr>
          <p:cNvPr id="7" name="Text Placeholder 2">
            <a:extLst>
              <a:ext uri="{FF2B5EF4-FFF2-40B4-BE49-F238E27FC236}">
                <a16:creationId xmlns:a16="http://schemas.microsoft.com/office/drawing/2014/main" id="{7FFB020F-470A-48DD-86EF-8E7F4041F6E8}"/>
              </a:ext>
            </a:extLst>
          </p:cNvPr>
          <p:cNvSpPr>
            <a:spLocks noGrp="1"/>
          </p:cNvSpPr>
          <p:nvPr>
            <p:ph type="body" idx="13"/>
          </p:nvPr>
        </p:nvSpPr>
        <p:spPr>
          <a:xfrm>
            <a:off x="278711" y="1144954"/>
            <a:ext cx="11594559" cy="418645"/>
          </a:xfrm>
        </p:spPr>
        <p:txBody>
          <a:bodyPr lIns="0" tIns="0" rIns="0" bIns="0" anchor="t">
            <a:normAutofit/>
          </a:bodyPr>
          <a:lstStyle>
            <a:lvl1pPr marL="0" indent="0">
              <a:buNone/>
              <a:defRPr sz="2667" b="1">
                <a:solidFill>
                  <a:schemeClr val="tx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2493364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 and Content - no foot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8712" y="272465"/>
            <a:ext cx="11672416" cy="872489"/>
          </a:xfrm>
        </p:spPr>
        <p:txBody>
          <a:bodyPr/>
          <a:lstStyle/>
          <a:p>
            <a:r>
              <a:rPr lang="en-US"/>
              <a:t>Click to edit Master title style</a:t>
            </a:r>
          </a:p>
        </p:txBody>
      </p:sp>
      <p:sp>
        <p:nvSpPr>
          <p:cNvPr id="3" name="Content Placeholder 2"/>
          <p:cNvSpPr>
            <a:spLocks noGrp="1"/>
          </p:cNvSpPr>
          <p:nvPr>
            <p:ph idx="1"/>
          </p:nvPr>
        </p:nvSpPr>
        <p:spPr/>
        <p:txBody>
          <a:bodyPr/>
          <a:lstStyle>
            <a:lvl1pPr marL="243834">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2">
            <a:extLst>
              <a:ext uri="{FF2B5EF4-FFF2-40B4-BE49-F238E27FC236}">
                <a16:creationId xmlns:a16="http://schemas.microsoft.com/office/drawing/2014/main" id="{7FFB020F-470A-48DD-86EF-8E7F4041F6E8}"/>
              </a:ext>
            </a:extLst>
          </p:cNvPr>
          <p:cNvSpPr>
            <a:spLocks noGrp="1"/>
          </p:cNvSpPr>
          <p:nvPr>
            <p:ph type="body" idx="13"/>
          </p:nvPr>
        </p:nvSpPr>
        <p:spPr>
          <a:xfrm>
            <a:off x="278711" y="1144954"/>
            <a:ext cx="11594559" cy="418645"/>
          </a:xfrm>
        </p:spPr>
        <p:txBody>
          <a:bodyPr lIns="0" tIns="0" rIns="0" bIns="0" anchor="t">
            <a:normAutofit/>
          </a:bodyPr>
          <a:lstStyle>
            <a:lvl1pPr marL="0" indent="0">
              <a:buNone/>
              <a:defRPr sz="2667" b="1">
                <a:solidFill>
                  <a:schemeClr val="tx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5388451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 No Foot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98688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blipFill rotWithShape="1">
          <a:blip r:embed="rId2"/>
          <a:stretch>
            <a:fillRect/>
          </a:stretch>
        </a:blipFill>
        <a:effectLst/>
      </p:bgPr>
    </p:bg>
    <p:spTree>
      <p:nvGrpSpPr>
        <p:cNvPr id="1" name=""/>
        <p:cNvGrpSpPr/>
        <p:nvPr/>
      </p:nvGrpSpPr>
      <p:grpSpPr>
        <a:xfrm>
          <a:off x="0" y="0"/>
          <a:ext cx="0" cy="0"/>
          <a:chOff x="0" y="0"/>
          <a:chExt cx="0" cy="0"/>
        </a:xfrm>
      </p:grpSpPr>
      <p:sp>
        <p:nvSpPr>
          <p:cNvPr id="8" name="Picture Placeholder 7"/>
          <p:cNvSpPr>
            <a:spLocks noGrp="1"/>
          </p:cNvSpPr>
          <p:nvPr>
            <p:ph type="pic" sz="quarter" idx="13" hasCustomPrompt="1"/>
          </p:nvPr>
        </p:nvSpPr>
        <p:spPr>
          <a:xfrm>
            <a:off x="0" y="1"/>
            <a:ext cx="12192000" cy="6013449"/>
          </a:xfrm>
          <a:solidFill>
            <a:schemeClr val="bg1">
              <a:lumMod val="50000"/>
            </a:schemeClr>
          </a:solidFill>
        </p:spPr>
        <p:txBody>
          <a:bodyPr>
            <a:normAutofit/>
          </a:bodyPr>
          <a:lstStyle>
            <a:lvl1pPr marL="0" indent="0" algn="ctr">
              <a:buFontTx/>
              <a:buNone/>
              <a:defRPr sz="2667" baseline="0">
                <a:solidFill>
                  <a:schemeClr val="tx2"/>
                </a:solidFill>
              </a:defRPr>
            </a:lvl1pPr>
          </a:lstStyle>
          <a:p>
            <a:r>
              <a:rPr lang="en-US"/>
              <a:t>Drag background image here</a:t>
            </a:r>
          </a:p>
        </p:txBody>
      </p:sp>
      <p:sp>
        <p:nvSpPr>
          <p:cNvPr id="2" name="Title 1"/>
          <p:cNvSpPr>
            <a:spLocks noGrp="1"/>
          </p:cNvSpPr>
          <p:nvPr>
            <p:ph type="ctrTitle"/>
          </p:nvPr>
        </p:nvSpPr>
        <p:spPr>
          <a:xfrm>
            <a:off x="243306" y="651983"/>
            <a:ext cx="11746751" cy="2744124"/>
          </a:xfrm>
        </p:spPr>
        <p:txBody>
          <a:bodyPr tIns="0" bIns="0" anchor="b" anchorCtr="0">
            <a:noAutofit/>
          </a:bodyPr>
          <a:lstStyle>
            <a:lvl1pPr algn="ctr">
              <a:defRPr sz="5867" b="1">
                <a:solidFill>
                  <a:schemeClr val="tx2"/>
                </a:solidFill>
              </a:defRPr>
            </a:lvl1pPr>
          </a:lstStyle>
          <a:p>
            <a:r>
              <a:rPr lang="en-US"/>
              <a:t>Click to edit Master title style</a:t>
            </a:r>
          </a:p>
        </p:txBody>
      </p:sp>
      <p:sp>
        <p:nvSpPr>
          <p:cNvPr id="3" name="Subtitle 2"/>
          <p:cNvSpPr>
            <a:spLocks noGrp="1"/>
          </p:cNvSpPr>
          <p:nvPr>
            <p:ph type="subTitle" idx="1"/>
          </p:nvPr>
        </p:nvSpPr>
        <p:spPr>
          <a:xfrm>
            <a:off x="243306" y="3545574"/>
            <a:ext cx="11746751" cy="1927860"/>
          </a:xfrm>
        </p:spPr>
        <p:txBody>
          <a:bodyPr tIns="0" bIns="0">
            <a:normAutofit/>
          </a:bodyPr>
          <a:lstStyle>
            <a:lvl1pPr marL="0" indent="0" algn="ctr">
              <a:buNone/>
              <a:defRPr sz="3200">
                <a:solidFill>
                  <a:schemeClr val="accent3"/>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9682501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78710" y="1371365"/>
            <a:ext cx="11594559" cy="1362075"/>
          </a:xfrm>
        </p:spPr>
        <p:txBody>
          <a:bodyPr anchor="b"/>
          <a:lstStyle>
            <a:lvl1pPr algn="l">
              <a:defRPr sz="5333" b="1" cap="none" baseline="0"/>
            </a:lvl1pPr>
          </a:lstStyle>
          <a:p>
            <a:r>
              <a:rPr lang="en-US"/>
              <a:t>Click to edit Master title style</a:t>
            </a:r>
          </a:p>
        </p:txBody>
      </p:sp>
      <p:sp>
        <p:nvSpPr>
          <p:cNvPr id="4" name="Date Placeholder 3"/>
          <p:cNvSpPr>
            <a:spLocks noGrp="1"/>
          </p:cNvSpPr>
          <p:nvPr>
            <p:ph type="dt" sz="half" idx="10"/>
          </p:nvPr>
        </p:nvSpPr>
        <p:spPr/>
        <p:txBody>
          <a:bodyPr/>
          <a:lstStyle/>
          <a:p>
            <a:fld id="{4A9E7B99-7C3F-4BC3-B7B8-7E1F8C620B24}" type="datetime1">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AF2B4D-6B12-4EDF-87BB-2B55CECB6611}" type="slidenum">
              <a:rPr lang="en-US" smtClean="0"/>
              <a:pPr/>
              <a:t>‹#›</a:t>
            </a:fld>
            <a:endParaRPr lang="en-US"/>
          </a:p>
        </p:txBody>
      </p:sp>
      <p:sp>
        <p:nvSpPr>
          <p:cNvPr id="7" name="Text Placeholder 2">
            <a:extLst>
              <a:ext uri="{FF2B5EF4-FFF2-40B4-BE49-F238E27FC236}">
                <a16:creationId xmlns:a16="http://schemas.microsoft.com/office/drawing/2014/main" id="{607CEB20-A601-4B13-BA2C-70B313930714}"/>
              </a:ext>
            </a:extLst>
          </p:cNvPr>
          <p:cNvSpPr>
            <a:spLocks noGrp="1"/>
          </p:cNvSpPr>
          <p:nvPr>
            <p:ph type="body" idx="13"/>
          </p:nvPr>
        </p:nvSpPr>
        <p:spPr>
          <a:xfrm>
            <a:off x="278711" y="2840483"/>
            <a:ext cx="11594559" cy="1500187"/>
          </a:xfrm>
        </p:spPr>
        <p:txBody>
          <a:bodyPr lIns="0" tIns="0" rIns="0" bIns="0" anchor="t">
            <a:normAutofit/>
          </a:bodyPr>
          <a:lstStyle>
            <a:lvl1pPr marL="0" indent="0">
              <a:buNone/>
              <a:defRPr sz="2667">
                <a:solidFill>
                  <a:schemeClr val="tx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80382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78712" y="1732801"/>
            <a:ext cx="5715688" cy="4116260"/>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732801"/>
            <a:ext cx="5753528" cy="4116260"/>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8C2560D-EC28-3B41-86E8-18F1CE0113B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36657267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and Right Image">
    <p:spTree>
      <p:nvGrpSpPr>
        <p:cNvPr id="1" name=""/>
        <p:cNvGrpSpPr/>
        <p:nvPr/>
      </p:nvGrpSpPr>
      <p:grpSpPr>
        <a:xfrm>
          <a:off x="0" y="0"/>
          <a:ext cx="0" cy="0"/>
          <a:chOff x="0" y="0"/>
          <a:chExt cx="0" cy="0"/>
        </a:xfrm>
      </p:grpSpPr>
      <p:sp>
        <p:nvSpPr>
          <p:cNvPr id="11" name="Picture Placeholder 10"/>
          <p:cNvSpPr>
            <a:spLocks noGrp="1"/>
          </p:cNvSpPr>
          <p:nvPr>
            <p:ph type="pic" sz="quarter" idx="13" hasCustomPrompt="1"/>
          </p:nvPr>
        </p:nvSpPr>
        <p:spPr>
          <a:xfrm>
            <a:off x="6131278" y="9732"/>
            <a:ext cx="6060721" cy="6004984"/>
          </a:xfrm>
          <a:solidFill>
            <a:schemeClr val="bg1">
              <a:lumMod val="85000"/>
            </a:schemeClr>
          </a:solidFill>
        </p:spPr>
        <p:txBody>
          <a:bodyPr anchor="ctr" anchorCtr="0">
            <a:normAutofit/>
          </a:bodyPr>
          <a:lstStyle>
            <a:lvl1pPr marL="0" indent="0" algn="ctr">
              <a:buFontTx/>
              <a:buNone/>
              <a:defRPr sz="2667"/>
            </a:lvl1pPr>
          </a:lstStyle>
          <a:p>
            <a:r>
              <a:rPr lang="en-US"/>
              <a:t>Click icon to add Image</a:t>
            </a:r>
          </a:p>
        </p:txBody>
      </p:sp>
      <p:sp>
        <p:nvSpPr>
          <p:cNvPr id="2" name="Title 1"/>
          <p:cNvSpPr>
            <a:spLocks noGrp="1"/>
          </p:cNvSpPr>
          <p:nvPr>
            <p:ph type="title"/>
          </p:nvPr>
        </p:nvSpPr>
        <p:spPr>
          <a:xfrm>
            <a:off x="278712" y="272465"/>
            <a:ext cx="5628733" cy="1291135"/>
          </a:xfrm>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278712" y="1732800"/>
            <a:ext cx="5628733" cy="4038411"/>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8C2560D-EC28-3B41-86E8-18F1CE0113B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21818991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xt and Dark Background Image">
    <p:spTree>
      <p:nvGrpSpPr>
        <p:cNvPr id="1" name=""/>
        <p:cNvGrpSpPr/>
        <p:nvPr/>
      </p:nvGrpSpPr>
      <p:grpSpPr>
        <a:xfrm>
          <a:off x="0" y="0"/>
          <a:ext cx="0" cy="0"/>
          <a:chOff x="0" y="0"/>
          <a:chExt cx="0" cy="0"/>
        </a:xfrm>
      </p:grpSpPr>
      <p:sp>
        <p:nvSpPr>
          <p:cNvPr id="11" name="Picture Placeholder 10"/>
          <p:cNvSpPr>
            <a:spLocks noGrp="1"/>
          </p:cNvSpPr>
          <p:nvPr>
            <p:ph type="pic" sz="quarter" idx="13" hasCustomPrompt="1"/>
          </p:nvPr>
        </p:nvSpPr>
        <p:spPr>
          <a:xfrm>
            <a:off x="1" y="9732"/>
            <a:ext cx="12191999" cy="6004984"/>
          </a:xfrm>
          <a:solidFill>
            <a:schemeClr val="accent2"/>
          </a:solidFill>
        </p:spPr>
        <p:txBody>
          <a:bodyPr anchor="ctr" anchorCtr="0">
            <a:normAutofit/>
          </a:bodyPr>
          <a:lstStyle>
            <a:lvl1pPr marL="0" indent="0" algn="r">
              <a:buFontTx/>
              <a:buNone/>
              <a:defRPr sz="2667" baseline="0">
                <a:solidFill>
                  <a:schemeClr val="bg1"/>
                </a:solidFill>
              </a:defRPr>
            </a:lvl1pPr>
          </a:lstStyle>
          <a:p>
            <a:r>
              <a:rPr lang="en-US"/>
              <a:t>Drag picture to placeholder </a:t>
            </a:r>
            <a:br>
              <a:rPr lang="en-US"/>
            </a:br>
            <a:r>
              <a:rPr lang="en-US"/>
              <a:t>or click icon to add</a:t>
            </a:r>
          </a:p>
        </p:txBody>
      </p:sp>
      <p:sp>
        <p:nvSpPr>
          <p:cNvPr id="2" name="Title 1"/>
          <p:cNvSpPr>
            <a:spLocks noGrp="1"/>
          </p:cNvSpPr>
          <p:nvPr>
            <p:ph type="title"/>
          </p:nvPr>
        </p:nvSpPr>
        <p:spPr>
          <a:xfrm>
            <a:off x="278711" y="272465"/>
            <a:ext cx="6942572" cy="1291135"/>
          </a:xfrm>
        </p:spPr>
        <p:txBody>
          <a:bodyPr/>
          <a:lstStyle>
            <a:lvl1pPr>
              <a:defRPr>
                <a:solidFill>
                  <a:schemeClr val="tx2"/>
                </a:solidFill>
              </a:defRPr>
            </a:lvl1pPr>
          </a:lstStyle>
          <a:p>
            <a:r>
              <a:rPr lang="en-US"/>
              <a:t>Click to edit Master title style</a:t>
            </a:r>
          </a:p>
        </p:txBody>
      </p:sp>
      <p:sp>
        <p:nvSpPr>
          <p:cNvPr id="4" name="Content Placeholder 3"/>
          <p:cNvSpPr>
            <a:spLocks noGrp="1"/>
          </p:cNvSpPr>
          <p:nvPr>
            <p:ph sz="half" idx="2"/>
          </p:nvPr>
        </p:nvSpPr>
        <p:spPr>
          <a:xfrm>
            <a:off x="278712" y="1732800"/>
            <a:ext cx="5482744" cy="4038411"/>
          </a:xfrm>
        </p:spPr>
        <p:txBody>
          <a:bodyPr/>
          <a:lstStyle>
            <a:lvl1pPr>
              <a:buClr>
                <a:schemeClr val="accent3"/>
              </a:buClr>
              <a:defRPr sz="3200">
                <a:solidFill>
                  <a:schemeClr val="tx2"/>
                </a:solidFill>
              </a:defRPr>
            </a:lvl1pPr>
            <a:lvl2pPr>
              <a:buClr>
                <a:schemeClr val="accent3"/>
              </a:buClr>
              <a:defRPr sz="2667">
                <a:solidFill>
                  <a:schemeClr val="tx2"/>
                </a:solidFill>
              </a:defRPr>
            </a:lvl2pPr>
            <a:lvl3pPr>
              <a:buClr>
                <a:schemeClr val="accent3"/>
              </a:buClr>
              <a:defRPr sz="2400">
                <a:solidFill>
                  <a:schemeClr val="tx2"/>
                </a:solidFill>
              </a:defRPr>
            </a:lvl3pPr>
            <a:lvl4pPr>
              <a:buClr>
                <a:schemeClr val="accent3"/>
              </a:buClr>
              <a:defRPr sz="2133">
                <a:solidFill>
                  <a:schemeClr val="tx2"/>
                </a:solidFill>
              </a:defRPr>
            </a:lvl4pPr>
            <a:lvl5pPr>
              <a:buClr>
                <a:schemeClr val="accent3"/>
              </a:buClr>
              <a:defRPr sz="2133">
                <a:solidFill>
                  <a:schemeClr val="tx2"/>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8C2560D-EC28-3B41-86E8-18F1CE0113B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16807689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and Light Background Image">
    <p:spTree>
      <p:nvGrpSpPr>
        <p:cNvPr id="1" name=""/>
        <p:cNvGrpSpPr/>
        <p:nvPr/>
      </p:nvGrpSpPr>
      <p:grpSpPr>
        <a:xfrm>
          <a:off x="0" y="0"/>
          <a:ext cx="0" cy="0"/>
          <a:chOff x="0" y="0"/>
          <a:chExt cx="0" cy="0"/>
        </a:xfrm>
      </p:grpSpPr>
      <p:sp>
        <p:nvSpPr>
          <p:cNvPr id="11" name="Picture Placeholder 10"/>
          <p:cNvSpPr>
            <a:spLocks noGrp="1"/>
          </p:cNvSpPr>
          <p:nvPr>
            <p:ph type="pic" sz="quarter" idx="13" hasCustomPrompt="1"/>
          </p:nvPr>
        </p:nvSpPr>
        <p:spPr>
          <a:xfrm>
            <a:off x="1" y="9732"/>
            <a:ext cx="12191999" cy="6004984"/>
          </a:xfrm>
          <a:solidFill>
            <a:schemeClr val="bg1">
              <a:lumMod val="85000"/>
            </a:schemeClr>
          </a:solidFill>
        </p:spPr>
        <p:txBody>
          <a:bodyPr anchor="ctr" anchorCtr="0">
            <a:normAutofit/>
          </a:bodyPr>
          <a:lstStyle>
            <a:lvl1pPr marL="0" indent="0" algn="r">
              <a:buFontTx/>
              <a:buNone/>
              <a:defRPr sz="2667" baseline="0"/>
            </a:lvl1pPr>
          </a:lstStyle>
          <a:p>
            <a:r>
              <a:rPr lang="en-US"/>
              <a:t>Drag picture to placeholder </a:t>
            </a:r>
            <a:br>
              <a:rPr lang="en-US"/>
            </a:br>
            <a:r>
              <a:rPr lang="en-US"/>
              <a:t>or click icon to add</a:t>
            </a:r>
          </a:p>
        </p:txBody>
      </p:sp>
      <p:sp>
        <p:nvSpPr>
          <p:cNvPr id="10" name="Rectangle 9"/>
          <p:cNvSpPr/>
          <p:nvPr userDrawn="1"/>
        </p:nvSpPr>
        <p:spPr>
          <a:xfrm>
            <a:off x="1" y="-1"/>
            <a:ext cx="5839313" cy="6014717"/>
          </a:xfrm>
          <a:prstGeom prst="rect">
            <a:avLst/>
          </a:prstGeom>
          <a:gradFill flip="none" rotWithShape="1">
            <a:gsLst>
              <a:gs pos="0">
                <a:schemeClr val="bg1">
                  <a:alpha val="70000"/>
                </a:schemeClr>
              </a:gs>
              <a:gs pos="100000">
                <a:schemeClr val="bg1">
                  <a:alpha val="0"/>
                </a:schemeClr>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 name="Title 1"/>
          <p:cNvSpPr>
            <a:spLocks noGrp="1"/>
          </p:cNvSpPr>
          <p:nvPr>
            <p:ph type="title"/>
          </p:nvPr>
        </p:nvSpPr>
        <p:spPr>
          <a:xfrm>
            <a:off x="278711" y="272465"/>
            <a:ext cx="6942572" cy="1291135"/>
          </a:xfrm>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278713" y="1732800"/>
            <a:ext cx="5541137" cy="4038411"/>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8C2560D-EC28-3B41-86E8-18F1CE0113B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27161475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C2560D-EC28-3B41-86E8-18F1CE0113B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19819195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C2560D-EC28-3B41-86E8-18F1CE0113B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066355A-084C-D24E-9AD2-7E4FC41EA627}" type="slidenum">
              <a:rPr lang="en-US" smtClean="0"/>
              <a:t>‹#›</a:t>
            </a:fld>
            <a:endParaRPr lang="en-US"/>
          </a:p>
        </p:txBody>
      </p:sp>
      <p:pic>
        <p:nvPicPr>
          <p:cNvPr id="5" name="Picture 4" descr="bluestripe.png">
            <a:extLst>
              <a:ext uri="{FF2B5EF4-FFF2-40B4-BE49-F238E27FC236}">
                <a16:creationId xmlns:a16="http://schemas.microsoft.com/office/drawing/2014/main" id="{CED87EE5-D712-9B45-18EA-E4CA92222DC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7896"/>
          <a:stretch/>
        </p:blipFill>
        <p:spPr>
          <a:xfrm>
            <a:off x="-1" y="6006967"/>
            <a:ext cx="12192001" cy="844551"/>
          </a:xfrm>
          <a:prstGeom prst="rect">
            <a:avLst/>
          </a:prstGeom>
        </p:spPr>
      </p:pic>
      <p:pic>
        <p:nvPicPr>
          <p:cNvPr id="6" name="Picture 5" descr="A blue text on a black background&#10;&#10;Description automatically generated">
            <a:extLst>
              <a:ext uri="{FF2B5EF4-FFF2-40B4-BE49-F238E27FC236}">
                <a16:creationId xmlns:a16="http://schemas.microsoft.com/office/drawing/2014/main" id="{4BD1D376-7BAE-B928-6E6F-693C9290A69E}"/>
              </a:ext>
            </a:extLst>
          </p:cNvPr>
          <p:cNvPicPr>
            <a:picLocks noChangeAspect="1"/>
          </p:cNvPicPr>
          <p:nvPr userDrawn="1"/>
        </p:nvPicPr>
        <p:blipFill>
          <a:blip r:embed="rId3">
            <a:biLevel thresh="25000"/>
            <a:extLst>
              <a:ext uri="{28A0092B-C50C-407E-A947-70E740481C1C}">
                <a14:useLocalDpi xmlns:a14="http://schemas.microsoft.com/office/drawing/2010/main" val="0"/>
              </a:ext>
            </a:extLst>
          </a:blip>
          <a:stretch>
            <a:fillRect/>
          </a:stretch>
        </p:blipFill>
        <p:spPr>
          <a:xfrm>
            <a:off x="8889336" y="6215881"/>
            <a:ext cx="2919990" cy="426721"/>
          </a:xfrm>
          <a:prstGeom prst="rect">
            <a:avLst/>
          </a:prstGeom>
        </p:spPr>
      </p:pic>
    </p:spTree>
    <p:extLst>
      <p:ext uri="{BB962C8B-B14F-4D97-AF65-F5344CB8AC3E}">
        <p14:creationId xmlns:p14="http://schemas.microsoft.com/office/powerpoint/2010/main" val="7780211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5186" y="273049"/>
            <a:ext cx="4240551"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1"/>
            <a:ext cx="7164931" cy="5555884"/>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75186" y="1732801"/>
            <a:ext cx="4240551" cy="4096135"/>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68C2560D-EC28-3B41-86E8-18F1CE0113B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eaLnBrk="1" latinLnBrk="0" hangingPunct="1"/>
            <a:fld id="{2C6B1FF6-39B9-40F5-8B67-33C6354A3D4F}" type="slidenum">
              <a:rPr kumimoji="0" lang="en-US" smtClean="0"/>
              <a:pPr eaLnBrk="1" latinLnBrk="0" hangingPunct="1"/>
              <a:t>‹#›</a:t>
            </a:fld>
            <a:endParaRPr kumimoji="0" lang="en-US">
              <a:solidFill>
                <a:schemeClr val="accent3">
                  <a:shade val="75000"/>
                </a:schemeClr>
              </a:solidFill>
            </a:endParaRPr>
          </a:p>
        </p:txBody>
      </p:sp>
    </p:spTree>
    <p:extLst>
      <p:ext uri="{BB962C8B-B14F-4D97-AF65-F5344CB8AC3E}">
        <p14:creationId xmlns:p14="http://schemas.microsoft.com/office/powerpoint/2010/main" val="16458945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0" y="0"/>
            <a:ext cx="12192000" cy="6013827"/>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p>
        </p:txBody>
      </p:sp>
      <p:sp>
        <p:nvSpPr>
          <p:cNvPr id="5" name="Date Placeholder 4"/>
          <p:cNvSpPr>
            <a:spLocks noGrp="1"/>
          </p:cNvSpPr>
          <p:nvPr>
            <p:ph type="dt" sz="half" idx="10"/>
          </p:nvPr>
        </p:nvSpPr>
        <p:spPr/>
        <p:txBody>
          <a:bodyPr/>
          <a:lstStyle/>
          <a:p>
            <a:fld id="{68C2560D-EC28-3B41-86E8-18F1CE0113B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066355A-084C-D24E-9AD2-7E4FC41EA627}" type="slidenum">
              <a:rPr lang="en-US" smtClean="0"/>
              <a:t>‹#›</a:t>
            </a:fld>
            <a:endParaRPr lang="en-US"/>
          </a:p>
        </p:txBody>
      </p:sp>
      <p:sp>
        <p:nvSpPr>
          <p:cNvPr id="9" name="Text Placeholder 3"/>
          <p:cNvSpPr>
            <a:spLocks noGrp="1"/>
          </p:cNvSpPr>
          <p:nvPr>
            <p:ph type="body" sz="half" idx="2"/>
          </p:nvPr>
        </p:nvSpPr>
        <p:spPr>
          <a:xfrm>
            <a:off x="0" y="4116260"/>
            <a:ext cx="12192000" cy="1897568"/>
          </a:xfrm>
          <a:gradFill flip="none" rotWithShape="1">
            <a:gsLst>
              <a:gs pos="21000">
                <a:schemeClr val="accent2">
                  <a:alpha val="75000"/>
                </a:schemeClr>
              </a:gs>
              <a:gs pos="100000">
                <a:schemeClr val="accent2">
                  <a:alpha val="0"/>
                </a:schemeClr>
              </a:gs>
            </a:gsLst>
            <a:lin ang="16200000" scaled="0"/>
            <a:tileRect/>
          </a:gradFill>
        </p:spPr>
        <p:txBody>
          <a:bodyPr lIns="180000" tIns="0" rIns="180000" bIns="180000" anchor="b" anchorCtr="0"/>
          <a:lstStyle>
            <a:lvl1pPr marL="0" indent="0">
              <a:buNone/>
              <a:defRPr sz="1867">
                <a:solidFill>
                  <a:schemeClr val="tx2"/>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Tree>
    <p:extLst>
      <p:ext uri="{BB962C8B-B14F-4D97-AF65-F5344CB8AC3E}">
        <p14:creationId xmlns:p14="http://schemas.microsoft.com/office/powerpoint/2010/main" val="23257891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C2560D-EC28-3B41-86E8-18F1CE0113B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10981922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79827" y="274639"/>
            <a:ext cx="2743200" cy="556402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78712" y="274639"/>
            <a:ext cx="8697915" cy="55640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C2560D-EC28-3B41-86E8-18F1CE0113B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66355A-084C-D24E-9AD2-7E4FC41EA627}" type="slidenum">
              <a:rPr lang="en-US" smtClean="0"/>
              <a:t>‹#›</a:t>
            </a:fld>
            <a:endParaRPr lang="en-US"/>
          </a:p>
        </p:txBody>
      </p:sp>
    </p:spTree>
    <p:extLst>
      <p:ext uri="{BB962C8B-B14F-4D97-AF65-F5344CB8AC3E}">
        <p14:creationId xmlns:p14="http://schemas.microsoft.com/office/powerpoint/2010/main" val="25823192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Title Slide with Imag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1"/>
            <a:ext cx="12192000" cy="6013449"/>
          </a:xfrm>
          <a:solidFill>
            <a:schemeClr val="bg1">
              <a:lumMod val="50000"/>
            </a:schemeClr>
          </a:solidFill>
        </p:spPr>
        <p:txBody>
          <a:bodyPr rtlCol="0">
            <a:normAutofit/>
          </a:bodyPr>
          <a:lstStyle>
            <a:lvl1pPr marL="0" indent="0" algn="ctr">
              <a:buFontTx/>
              <a:buNone/>
              <a:defRPr sz="2667" baseline="0">
                <a:solidFill>
                  <a:schemeClr val="tx2"/>
                </a:solidFill>
              </a:defRPr>
            </a:lvl1pPr>
          </a:lstStyle>
          <a:p>
            <a:pPr lvl="0"/>
            <a:r>
              <a:rPr lang="en-US" noProof="0"/>
              <a:t>Click icon to add picture</a:t>
            </a:r>
          </a:p>
        </p:txBody>
      </p:sp>
      <p:sp>
        <p:nvSpPr>
          <p:cNvPr id="2" name="Title 1"/>
          <p:cNvSpPr>
            <a:spLocks noGrp="1"/>
          </p:cNvSpPr>
          <p:nvPr>
            <p:ph type="ctrTitle"/>
          </p:nvPr>
        </p:nvSpPr>
        <p:spPr>
          <a:xfrm>
            <a:off x="243306" y="651983"/>
            <a:ext cx="11746751" cy="2744124"/>
          </a:xfrm>
        </p:spPr>
        <p:txBody>
          <a:bodyPr>
            <a:noAutofit/>
          </a:bodyPr>
          <a:lstStyle>
            <a:lvl1pPr algn="ctr">
              <a:defRPr sz="5867" b="1">
                <a:solidFill>
                  <a:schemeClr val="tx2"/>
                </a:solidFill>
              </a:defRPr>
            </a:lvl1pPr>
          </a:lstStyle>
          <a:p>
            <a:r>
              <a:rPr lang="en-US"/>
              <a:t>Click to edit Master title style</a:t>
            </a:r>
          </a:p>
        </p:txBody>
      </p:sp>
      <p:sp>
        <p:nvSpPr>
          <p:cNvPr id="3" name="Subtitle 2"/>
          <p:cNvSpPr>
            <a:spLocks noGrp="1"/>
          </p:cNvSpPr>
          <p:nvPr>
            <p:ph type="subTitle" idx="1"/>
          </p:nvPr>
        </p:nvSpPr>
        <p:spPr>
          <a:xfrm>
            <a:off x="243306" y="3545574"/>
            <a:ext cx="11746751" cy="1927860"/>
          </a:xfrm>
        </p:spPr>
        <p:txBody>
          <a:bodyPr tIns="0">
            <a:normAutofit/>
          </a:bodyPr>
          <a:lstStyle>
            <a:lvl1pPr marL="0" indent="0" algn="ctr">
              <a:buNone/>
              <a:defRPr sz="3200">
                <a:solidFill>
                  <a:schemeClr val="accent3"/>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27521655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ext and Right Image">
    <p:spTree>
      <p:nvGrpSpPr>
        <p:cNvPr id="1" name=""/>
        <p:cNvGrpSpPr/>
        <p:nvPr/>
      </p:nvGrpSpPr>
      <p:grpSpPr>
        <a:xfrm>
          <a:off x="0" y="0"/>
          <a:ext cx="0" cy="0"/>
          <a:chOff x="0" y="0"/>
          <a:chExt cx="0" cy="0"/>
        </a:xfrm>
      </p:grpSpPr>
      <p:sp>
        <p:nvSpPr>
          <p:cNvPr id="11" name="Picture Placeholder 10"/>
          <p:cNvSpPr>
            <a:spLocks noGrp="1"/>
          </p:cNvSpPr>
          <p:nvPr>
            <p:ph type="pic" sz="quarter" idx="13"/>
          </p:nvPr>
        </p:nvSpPr>
        <p:spPr>
          <a:xfrm>
            <a:off x="6131278" y="9732"/>
            <a:ext cx="6060721" cy="6004984"/>
          </a:xfrm>
          <a:solidFill>
            <a:schemeClr val="bg1">
              <a:lumMod val="85000"/>
            </a:schemeClr>
          </a:solidFill>
        </p:spPr>
        <p:txBody>
          <a:bodyPr rtlCol="0" anchor="ctr">
            <a:normAutofit/>
          </a:bodyPr>
          <a:lstStyle>
            <a:lvl1pPr marL="0" indent="0" algn="ctr">
              <a:buFontTx/>
              <a:buNone/>
              <a:defRPr sz="2667"/>
            </a:lvl1pPr>
          </a:lstStyle>
          <a:p>
            <a:pPr lvl="0"/>
            <a:r>
              <a:rPr lang="en-US" noProof="0"/>
              <a:t>Click icon to add picture</a:t>
            </a:r>
          </a:p>
        </p:txBody>
      </p:sp>
      <p:sp>
        <p:nvSpPr>
          <p:cNvPr id="2" name="Title 1"/>
          <p:cNvSpPr>
            <a:spLocks noGrp="1"/>
          </p:cNvSpPr>
          <p:nvPr>
            <p:ph type="title"/>
          </p:nvPr>
        </p:nvSpPr>
        <p:spPr>
          <a:xfrm>
            <a:off x="278712" y="272465"/>
            <a:ext cx="5628733" cy="1291135"/>
          </a:xfrm>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278712" y="1732800"/>
            <a:ext cx="5628733" cy="4038411"/>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4"/>
          </p:nvPr>
        </p:nvSpPr>
        <p:spPr/>
        <p:txBody>
          <a:bodyPr/>
          <a:lstStyle>
            <a:lvl1pPr>
              <a:defRPr/>
            </a:lvl1pPr>
          </a:lstStyle>
          <a:p>
            <a:pPr>
              <a:defRPr/>
            </a:pPr>
            <a:endParaRPr lang="en-US"/>
          </a:p>
        </p:txBody>
      </p:sp>
      <p:sp>
        <p:nvSpPr>
          <p:cNvPr id="6" name="Footer Placeholder 4"/>
          <p:cNvSpPr>
            <a:spLocks noGrp="1"/>
          </p:cNvSpPr>
          <p:nvPr>
            <p:ph type="ftr" sz="quarter" idx="15"/>
          </p:nvPr>
        </p:nvSpPr>
        <p:spPr/>
        <p:txBody>
          <a:bodyPr/>
          <a:lstStyle>
            <a:lvl1pPr>
              <a:defRPr/>
            </a:lvl1pPr>
          </a:lstStyle>
          <a:p>
            <a:pPr>
              <a:defRPr/>
            </a:pPr>
            <a:endParaRPr lang="en-US">
              <a:solidFill>
                <a:prstClr val="white">
                  <a:lumMod val="50000"/>
                </a:prstClr>
              </a:solidFill>
            </a:endParaRPr>
          </a:p>
        </p:txBody>
      </p:sp>
      <p:sp>
        <p:nvSpPr>
          <p:cNvPr id="7" name="Slide Number Placeholder 5"/>
          <p:cNvSpPr>
            <a:spLocks noGrp="1"/>
          </p:cNvSpPr>
          <p:nvPr>
            <p:ph type="sldNum" sz="quarter" idx="16"/>
          </p:nvPr>
        </p:nvSpPr>
        <p:spPr/>
        <p:txBody>
          <a:bodyPr/>
          <a:lstStyle>
            <a:lvl1pPr>
              <a:defRPr/>
            </a:lvl1pPr>
          </a:lstStyle>
          <a:p>
            <a:pPr>
              <a:defRPr/>
            </a:pPr>
            <a:fld id="{F71B51FD-4E1C-4177-97FE-B7517F2CF731}" type="slidenum">
              <a:rPr lang="en-US"/>
              <a:pPr>
                <a:defRPr/>
              </a:pPr>
              <a:t>‹#›</a:t>
            </a:fld>
            <a:endParaRPr lang="en-US"/>
          </a:p>
        </p:txBody>
      </p:sp>
    </p:spTree>
    <p:extLst>
      <p:ext uri="{BB962C8B-B14F-4D97-AF65-F5344CB8AC3E}">
        <p14:creationId xmlns:p14="http://schemas.microsoft.com/office/powerpoint/2010/main" val="396545438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ext and Dark Background Image">
    <p:spTree>
      <p:nvGrpSpPr>
        <p:cNvPr id="1" name=""/>
        <p:cNvGrpSpPr/>
        <p:nvPr/>
      </p:nvGrpSpPr>
      <p:grpSpPr>
        <a:xfrm>
          <a:off x="0" y="0"/>
          <a:ext cx="0" cy="0"/>
          <a:chOff x="0" y="0"/>
          <a:chExt cx="0" cy="0"/>
        </a:xfrm>
      </p:grpSpPr>
      <p:sp>
        <p:nvSpPr>
          <p:cNvPr id="11" name="Picture Placeholder 10"/>
          <p:cNvSpPr>
            <a:spLocks noGrp="1"/>
          </p:cNvSpPr>
          <p:nvPr>
            <p:ph type="pic" sz="quarter" idx="13"/>
          </p:nvPr>
        </p:nvSpPr>
        <p:spPr>
          <a:xfrm>
            <a:off x="1" y="9732"/>
            <a:ext cx="12191999" cy="6004984"/>
          </a:xfrm>
          <a:solidFill>
            <a:schemeClr val="accent2"/>
          </a:solidFill>
        </p:spPr>
        <p:txBody>
          <a:bodyPr rtlCol="0" anchor="ctr">
            <a:normAutofit/>
          </a:bodyPr>
          <a:lstStyle>
            <a:lvl1pPr marL="0" indent="0" algn="r">
              <a:buFontTx/>
              <a:buNone/>
              <a:defRPr sz="2667" baseline="0">
                <a:solidFill>
                  <a:schemeClr val="bg1"/>
                </a:solidFill>
              </a:defRPr>
            </a:lvl1pPr>
          </a:lstStyle>
          <a:p>
            <a:pPr lvl="0"/>
            <a:r>
              <a:rPr lang="en-US" noProof="0"/>
              <a:t>Click icon to add picture</a:t>
            </a:r>
          </a:p>
        </p:txBody>
      </p:sp>
      <p:sp>
        <p:nvSpPr>
          <p:cNvPr id="2" name="Title 1"/>
          <p:cNvSpPr>
            <a:spLocks noGrp="1"/>
          </p:cNvSpPr>
          <p:nvPr>
            <p:ph type="title"/>
          </p:nvPr>
        </p:nvSpPr>
        <p:spPr>
          <a:xfrm>
            <a:off x="278711" y="272465"/>
            <a:ext cx="6942572" cy="1291135"/>
          </a:xfrm>
        </p:spPr>
        <p:txBody>
          <a:bodyPr/>
          <a:lstStyle>
            <a:lvl1pPr>
              <a:defRPr>
                <a:solidFill>
                  <a:schemeClr val="tx2"/>
                </a:solidFill>
              </a:defRPr>
            </a:lvl1pPr>
          </a:lstStyle>
          <a:p>
            <a:r>
              <a:rPr lang="en-US"/>
              <a:t>Click to edit Master title style</a:t>
            </a:r>
          </a:p>
        </p:txBody>
      </p:sp>
      <p:sp>
        <p:nvSpPr>
          <p:cNvPr id="4" name="Content Placeholder 3"/>
          <p:cNvSpPr>
            <a:spLocks noGrp="1"/>
          </p:cNvSpPr>
          <p:nvPr>
            <p:ph sz="half" idx="2"/>
          </p:nvPr>
        </p:nvSpPr>
        <p:spPr>
          <a:xfrm>
            <a:off x="278712" y="1732800"/>
            <a:ext cx="5482744" cy="4038411"/>
          </a:xfrm>
        </p:spPr>
        <p:txBody>
          <a:bodyPr/>
          <a:lstStyle>
            <a:lvl1pPr>
              <a:buClr>
                <a:schemeClr val="accent3"/>
              </a:buClr>
              <a:defRPr sz="3200">
                <a:solidFill>
                  <a:schemeClr val="tx2"/>
                </a:solidFill>
              </a:defRPr>
            </a:lvl1pPr>
            <a:lvl2pPr>
              <a:buClr>
                <a:schemeClr val="accent3"/>
              </a:buClr>
              <a:defRPr sz="2667">
                <a:solidFill>
                  <a:schemeClr val="tx2"/>
                </a:solidFill>
              </a:defRPr>
            </a:lvl2pPr>
            <a:lvl3pPr>
              <a:buClr>
                <a:schemeClr val="accent3"/>
              </a:buClr>
              <a:defRPr sz="2400">
                <a:solidFill>
                  <a:schemeClr val="tx2"/>
                </a:solidFill>
              </a:defRPr>
            </a:lvl3pPr>
            <a:lvl4pPr>
              <a:buClr>
                <a:schemeClr val="accent3"/>
              </a:buClr>
              <a:defRPr sz="2133">
                <a:solidFill>
                  <a:schemeClr val="tx2"/>
                </a:solidFill>
              </a:defRPr>
            </a:lvl4pPr>
            <a:lvl5pPr>
              <a:buClr>
                <a:schemeClr val="accent3"/>
              </a:buClr>
              <a:defRPr sz="2133">
                <a:solidFill>
                  <a:schemeClr val="tx2"/>
                </a:solidFill>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4"/>
          </p:nvPr>
        </p:nvSpPr>
        <p:spPr/>
        <p:txBody>
          <a:bodyPr/>
          <a:lstStyle>
            <a:lvl1pPr>
              <a:defRPr/>
            </a:lvl1pPr>
          </a:lstStyle>
          <a:p>
            <a:pPr>
              <a:defRPr/>
            </a:pPr>
            <a:endParaRPr lang="en-US"/>
          </a:p>
        </p:txBody>
      </p:sp>
      <p:sp>
        <p:nvSpPr>
          <p:cNvPr id="6" name="Footer Placeholder 4"/>
          <p:cNvSpPr>
            <a:spLocks noGrp="1"/>
          </p:cNvSpPr>
          <p:nvPr>
            <p:ph type="ftr" sz="quarter" idx="15"/>
          </p:nvPr>
        </p:nvSpPr>
        <p:spPr/>
        <p:txBody>
          <a:bodyPr/>
          <a:lstStyle>
            <a:lvl1pPr>
              <a:defRPr/>
            </a:lvl1pPr>
          </a:lstStyle>
          <a:p>
            <a:pPr>
              <a:defRPr/>
            </a:pPr>
            <a:endParaRPr lang="en-US">
              <a:solidFill>
                <a:prstClr val="white">
                  <a:lumMod val="50000"/>
                </a:prstClr>
              </a:solidFill>
            </a:endParaRPr>
          </a:p>
        </p:txBody>
      </p:sp>
      <p:sp>
        <p:nvSpPr>
          <p:cNvPr id="7" name="Slide Number Placeholder 5"/>
          <p:cNvSpPr>
            <a:spLocks noGrp="1"/>
          </p:cNvSpPr>
          <p:nvPr>
            <p:ph type="sldNum" sz="quarter" idx="16"/>
          </p:nvPr>
        </p:nvSpPr>
        <p:spPr/>
        <p:txBody>
          <a:bodyPr/>
          <a:lstStyle>
            <a:lvl1pPr>
              <a:defRPr/>
            </a:lvl1pPr>
          </a:lstStyle>
          <a:p>
            <a:pPr>
              <a:defRPr/>
            </a:pPr>
            <a:fld id="{BA00F3D7-C5BF-42F3-98D8-2B6FBA20B031}" type="slidenum">
              <a:rPr lang="en-US"/>
              <a:pPr>
                <a:defRPr/>
              </a:pPr>
              <a:t>‹#›</a:t>
            </a:fld>
            <a:endParaRPr lang="en-US"/>
          </a:p>
        </p:txBody>
      </p:sp>
    </p:spTree>
    <p:extLst>
      <p:ext uri="{BB962C8B-B14F-4D97-AF65-F5344CB8AC3E}">
        <p14:creationId xmlns:p14="http://schemas.microsoft.com/office/powerpoint/2010/main" val="5347989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ext and Light Background Image">
    <p:spTree>
      <p:nvGrpSpPr>
        <p:cNvPr id="1" name=""/>
        <p:cNvGrpSpPr/>
        <p:nvPr/>
      </p:nvGrpSpPr>
      <p:grpSpPr>
        <a:xfrm>
          <a:off x="0" y="0"/>
          <a:ext cx="0" cy="0"/>
          <a:chOff x="0" y="0"/>
          <a:chExt cx="0" cy="0"/>
        </a:xfrm>
      </p:grpSpPr>
      <p:sp>
        <p:nvSpPr>
          <p:cNvPr id="5" name="Rectangle 4"/>
          <p:cNvSpPr>
            <a:spLocks noChangeArrowheads="1"/>
          </p:cNvSpPr>
          <p:nvPr userDrawn="1"/>
        </p:nvSpPr>
        <p:spPr bwMode="auto">
          <a:xfrm>
            <a:off x="1" y="1"/>
            <a:ext cx="5839884" cy="6015567"/>
          </a:xfrm>
          <a:prstGeom prst="rect">
            <a:avLst/>
          </a:prstGeom>
          <a:gradFill rotWithShape="1">
            <a:gsLst>
              <a:gs pos="0">
                <a:schemeClr val="bg1">
                  <a:alpha val="70000"/>
                </a:schemeClr>
              </a:gs>
              <a:gs pos="100000">
                <a:schemeClr val="bg1">
                  <a:alpha val="0"/>
                </a:schemeClr>
              </a:gs>
            </a:gsLst>
            <a:lin ang="0" scaled="1"/>
          </a:gradFill>
          <a:ln>
            <a:noFill/>
          </a:ln>
          <a:effectLst>
            <a:outerShdw blurRad="40000" dist="23000" dir="5400000" rotWithShape="0">
              <a:srgbClr val="808080">
                <a:alpha val="34998"/>
              </a:srgbClr>
            </a:outerShdw>
          </a:effectLst>
          <a:extLst>
            <a:ext uri="{91240B29-F687-4f45-9708-019B960494DF}">
              <a14:hiddenLine xmlns="" xmlns:a14="http://schemas.microsoft.com/office/drawing/2010/main" w="9525">
                <a:solidFill>
                  <a:srgbClr val="000000"/>
                </a:solidFill>
                <a:miter lim="800000"/>
                <a:headEnd/>
                <a:tailEnd/>
              </a14:hiddenLine>
            </a:ext>
          </a:extLst>
        </p:spPr>
        <p:txBody>
          <a:bodyPr anchor="ctr"/>
          <a:lstStyle/>
          <a:p>
            <a:pPr algn="ctr" defTabSz="609585">
              <a:defRPr/>
            </a:pPr>
            <a:endParaRPr lang="en-US" sz="2400">
              <a:solidFill>
                <a:prstClr val="white"/>
              </a:solidFill>
              <a:ea typeface="MS PGothic" panose="020B0600070205080204" pitchFamily="34" charset="-128"/>
            </a:endParaRPr>
          </a:p>
        </p:txBody>
      </p:sp>
      <p:sp>
        <p:nvSpPr>
          <p:cNvPr id="11" name="Picture Placeholder 10"/>
          <p:cNvSpPr>
            <a:spLocks noGrp="1"/>
          </p:cNvSpPr>
          <p:nvPr>
            <p:ph type="pic" sz="quarter" idx="13"/>
          </p:nvPr>
        </p:nvSpPr>
        <p:spPr>
          <a:xfrm>
            <a:off x="1" y="9732"/>
            <a:ext cx="12191999" cy="6004984"/>
          </a:xfrm>
          <a:solidFill>
            <a:schemeClr val="bg1">
              <a:lumMod val="85000"/>
            </a:schemeClr>
          </a:solidFill>
        </p:spPr>
        <p:txBody>
          <a:bodyPr rtlCol="0" anchor="ctr">
            <a:normAutofit/>
          </a:bodyPr>
          <a:lstStyle>
            <a:lvl1pPr marL="0" indent="0" algn="r">
              <a:buFontTx/>
              <a:buNone/>
              <a:defRPr sz="2667" baseline="0"/>
            </a:lvl1pPr>
          </a:lstStyle>
          <a:p>
            <a:pPr lvl="0"/>
            <a:r>
              <a:rPr lang="en-US" noProof="0"/>
              <a:t>Click icon to add picture</a:t>
            </a:r>
          </a:p>
        </p:txBody>
      </p:sp>
      <p:sp>
        <p:nvSpPr>
          <p:cNvPr id="2" name="Title 1"/>
          <p:cNvSpPr>
            <a:spLocks noGrp="1"/>
          </p:cNvSpPr>
          <p:nvPr>
            <p:ph type="title"/>
          </p:nvPr>
        </p:nvSpPr>
        <p:spPr>
          <a:xfrm>
            <a:off x="278711" y="272465"/>
            <a:ext cx="6942572" cy="1291135"/>
          </a:xfrm>
        </p:spPr>
        <p:txBody>
          <a:bodyPr/>
          <a:lstStyle>
            <a:lvl1pPr>
              <a:defRPr/>
            </a:lvl1pPr>
          </a:lstStyle>
          <a:p>
            <a:r>
              <a:rPr lang="en-US"/>
              <a:t>Click to edit Master title style</a:t>
            </a:r>
          </a:p>
        </p:txBody>
      </p:sp>
      <p:sp>
        <p:nvSpPr>
          <p:cNvPr id="4" name="Content Placeholder 3"/>
          <p:cNvSpPr>
            <a:spLocks noGrp="1"/>
          </p:cNvSpPr>
          <p:nvPr>
            <p:ph sz="half" idx="2"/>
          </p:nvPr>
        </p:nvSpPr>
        <p:spPr>
          <a:xfrm>
            <a:off x="278713" y="1732800"/>
            <a:ext cx="5541137" cy="4038411"/>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6"/>
          <p:cNvSpPr>
            <a:spLocks noGrp="1"/>
          </p:cNvSpPr>
          <p:nvPr>
            <p:ph type="dt" sz="half" idx="14"/>
          </p:nvPr>
        </p:nvSpPr>
        <p:spPr/>
        <p:txBody>
          <a:bodyPr/>
          <a:lstStyle>
            <a:lvl1pPr>
              <a:defRPr/>
            </a:lvl1pPr>
          </a:lstStyle>
          <a:p>
            <a:pPr>
              <a:defRPr/>
            </a:pPr>
            <a:endParaRPr lang="en-US"/>
          </a:p>
        </p:txBody>
      </p:sp>
      <p:sp>
        <p:nvSpPr>
          <p:cNvPr id="7" name="Footer Placeholder 7"/>
          <p:cNvSpPr>
            <a:spLocks noGrp="1"/>
          </p:cNvSpPr>
          <p:nvPr>
            <p:ph type="ftr" sz="quarter" idx="15"/>
          </p:nvPr>
        </p:nvSpPr>
        <p:spPr/>
        <p:txBody>
          <a:bodyPr/>
          <a:lstStyle>
            <a:lvl1pPr>
              <a:defRPr/>
            </a:lvl1pPr>
          </a:lstStyle>
          <a:p>
            <a:pPr>
              <a:defRPr/>
            </a:pPr>
            <a:endParaRPr lang="en-US">
              <a:solidFill>
                <a:prstClr val="white">
                  <a:lumMod val="50000"/>
                </a:prstClr>
              </a:solidFill>
            </a:endParaRPr>
          </a:p>
        </p:txBody>
      </p:sp>
      <p:sp>
        <p:nvSpPr>
          <p:cNvPr id="8" name="Slide Number Placeholder 8"/>
          <p:cNvSpPr>
            <a:spLocks noGrp="1"/>
          </p:cNvSpPr>
          <p:nvPr>
            <p:ph type="sldNum" sz="quarter" idx="16"/>
          </p:nvPr>
        </p:nvSpPr>
        <p:spPr/>
        <p:txBody>
          <a:bodyPr/>
          <a:lstStyle>
            <a:lvl1pPr>
              <a:defRPr/>
            </a:lvl1pPr>
          </a:lstStyle>
          <a:p>
            <a:pPr>
              <a:defRPr/>
            </a:pPr>
            <a:fld id="{F0CBF2FE-005E-4E96-8626-25B4011C92A7}" type="slidenum">
              <a:rPr lang="en-US"/>
              <a:pPr>
                <a:defRPr/>
              </a:pPr>
              <a:t>‹#›</a:t>
            </a:fld>
            <a:endParaRPr lang="en-US"/>
          </a:p>
        </p:txBody>
      </p:sp>
    </p:spTree>
    <p:extLst>
      <p:ext uri="{BB962C8B-B14F-4D97-AF65-F5344CB8AC3E}">
        <p14:creationId xmlns:p14="http://schemas.microsoft.com/office/powerpoint/2010/main" val="65271872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0" y="0"/>
            <a:ext cx="12192000" cy="6013827"/>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p>
        </p:txBody>
      </p:sp>
      <p:sp>
        <p:nvSpPr>
          <p:cNvPr id="9" name="Text Placeholder 3"/>
          <p:cNvSpPr>
            <a:spLocks noGrp="1"/>
          </p:cNvSpPr>
          <p:nvPr>
            <p:ph type="body" sz="half" idx="2"/>
          </p:nvPr>
        </p:nvSpPr>
        <p:spPr>
          <a:xfrm>
            <a:off x="0" y="4116260"/>
            <a:ext cx="12192000" cy="1897568"/>
          </a:xfrm>
          <a:gradFill flip="none" rotWithShape="1">
            <a:gsLst>
              <a:gs pos="21000">
                <a:schemeClr val="accent2">
                  <a:alpha val="75000"/>
                </a:schemeClr>
              </a:gs>
              <a:gs pos="100000">
                <a:schemeClr val="accent2">
                  <a:alpha val="0"/>
                </a:schemeClr>
              </a:gs>
            </a:gsLst>
            <a:lin ang="16200000" scaled="0"/>
            <a:tileRect/>
          </a:gradFill>
        </p:spPr>
        <p:txBody>
          <a:bodyPr lIns="180000" tIns="0" rIns="180000" bIns="180000" anchor="b"/>
          <a:lstStyle>
            <a:lvl1pPr marL="0" indent="0">
              <a:buNone/>
              <a:defRPr sz="1867">
                <a:solidFill>
                  <a:schemeClr val="tx2"/>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C0E93EE5-D988-4B8B-8D72-164A2E8A775A}" type="slidenum">
              <a:rPr lang="en-US"/>
              <a:pPr>
                <a:defRPr/>
              </a:pPr>
              <a:t>‹#›</a:t>
            </a:fld>
            <a:endParaRPr lang="en-US"/>
          </a:p>
        </p:txBody>
      </p:sp>
    </p:spTree>
    <p:extLst>
      <p:ext uri="{BB962C8B-B14F-4D97-AF65-F5344CB8AC3E}">
        <p14:creationId xmlns:p14="http://schemas.microsoft.com/office/powerpoint/2010/main" val="22307672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Op1 Top Banner 4 Boxes + Texts OpA">
    <p:spTree>
      <p:nvGrpSpPr>
        <p:cNvPr id="1" name=""/>
        <p:cNvGrpSpPr/>
        <p:nvPr/>
      </p:nvGrpSpPr>
      <p:grpSpPr>
        <a:xfrm>
          <a:off x="0" y="0"/>
          <a:ext cx="0" cy="0"/>
          <a:chOff x="0" y="0"/>
          <a:chExt cx="0" cy="0"/>
        </a:xfrm>
      </p:grpSpPr>
      <p:sp>
        <p:nvSpPr>
          <p:cNvPr id="27" name="Rectangle 26"/>
          <p:cNvSpPr/>
          <p:nvPr userDrawn="1"/>
        </p:nvSpPr>
        <p:spPr>
          <a:xfrm>
            <a:off x="782855" y="1857675"/>
            <a:ext cx="2399899" cy="291645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solidFill>
                <a:srgbClr val="EE5859"/>
              </a:solidFill>
            </a:endParaRPr>
          </a:p>
        </p:txBody>
      </p:sp>
      <p:sp>
        <p:nvSpPr>
          <p:cNvPr id="28" name="Rectangle 27"/>
          <p:cNvSpPr/>
          <p:nvPr userDrawn="1"/>
        </p:nvSpPr>
        <p:spPr>
          <a:xfrm>
            <a:off x="6333403" y="1857675"/>
            <a:ext cx="2399899" cy="2916456"/>
          </a:xfrm>
          <a:prstGeom prst="rect">
            <a:avLst/>
          </a:prstGeom>
          <a:solidFill>
            <a:srgbClr val="B7AD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9" name="Rectangle 28"/>
          <p:cNvSpPr/>
          <p:nvPr userDrawn="1"/>
        </p:nvSpPr>
        <p:spPr>
          <a:xfrm>
            <a:off x="3558128" y="1858074"/>
            <a:ext cx="2399899" cy="2916456"/>
          </a:xfrm>
          <a:prstGeom prst="rect">
            <a:avLst/>
          </a:prstGeom>
          <a:solidFill>
            <a:srgbClr val="581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30" name="Rectangle 29"/>
          <p:cNvSpPr/>
          <p:nvPr userDrawn="1"/>
        </p:nvSpPr>
        <p:spPr>
          <a:xfrm>
            <a:off x="9153573" y="1857675"/>
            <a:ext cx="2399899" cy="2916456"/>
          </a:xfrm>
          <a:prstGeom prst="rect">
            <a:avLst/>
          </a:prstGeom>
          <a:solidFill>
            <a:srgbClr val="BCB8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800"/>
          </a:p>
        </p:txBody>
      </p:sp>
      <p:sp>
        <p:nvSpPr>
          <p:cNvPr id="25" name="Text Placeholder 16"/>
          <p:cNvSpPr>
            <a:spLocks noGrp="1"/>
          </p:cNvSpPr>
          <p:nvPr>
            <p:ph type="body" sz="quarter" idx="25" hasCustomPrompt="1"/>
          </p:nvPr>
        </p:nvSpPr>
        <p:spPr>
          <a:xfrm>
            <a:off x="6499320" y="1856509"/>
            <a:ext cx="2091267" cy="2918691"/>
          </a:xfrm>
          <a:prstGeom prst="rect">
            <a:avLst/>
          </a:prstGeom>
        </p:spPr>
        <p:txBody>
          <a:bodyPr anchor="ctr"/>
          <a:lstStyle>
            <a:lvl1pPr marL="0" indent="0" algn="l">
              <a:lnSpc>
                <a:spcPts val="2500"/>
              </a:lnSpc>
              <a:buNone/>
              <a:defRPr sz="2200" b="1">
                <a:solidFill>
                  <a:schemeClr val="bg1"/>
                </a:solidFill>
                <a:latin typeface="Arial Narrow" panose="020B0606020202030204" pitchFamily="34" charset="0"/>
              </a:defRPr>
            </a:lvl1pPr>
          </a:lstStyle>
          <a:p>
            <a:pPr lvl="0"/>
            <a:r>
              <a:rPr lang="en-US"/>
              <a:t>HERE GOES THE TITLE OF YOUR BOX</a:t>
            </a:r>
            <a:endParaRPr lang="es-ES"/>
          </a:p>
        </p:txBody>
      </p:sp>
      <p:sp>
        <p:nvSpPr>
          <p:cNvPr id="2" name="Title 1"/>
          <p:cNvSpPr>
            <a:spLocks noGrp="1"/>
          </p:cNvSpPr>
          <p:nvPr>
            <p:ph type="ctrTitle" hasCustomPrompt="1"/>
          </p:nvPr>
        </p:nvSpPr>
        <p:spPr>
          <a:xfrm>
            <a:off x="514901" y="266337"/>
            <a:ext cx="10783787" cy="724646"/>
          </a:xfrm>
          <a:prstGeom prst="rect">
            <a:avLst/>
          </a:prstGeom>
        </p:spPr>
        <p:txBody>
          <a:bodyPr anchor="ctr"/>
          <a:lstStyle>
            <a:lvl1pPr algn="l">
              <a:lnSpc>
                <a:spcPts val="4500"/>
              </a:lnSpc>
              <a:defRPr sz="2900" b="1">
                <a:solidFill>
                  <a:schemeClr val="bg1"/>
                </a:solidFill>
                <a:latin typeface="Arial Narrow" panose="020B0606020202030204" pitchFamily="34" charset="0"/>
              </a:defRPr>
            </a:lvl1pPr>
          </a:lstStyle>
          <a:p>
            <a:r>
              <a:rPr lang="en-US"/>
              <a:t>HERE GOES YOUR TITLE</a:t>
            </a:r>
            <a:endParaRPr lang="es-ES"/>
          </a:p>
        </p:txBody>
      </p:sp>
      <p:sp>
        <p:nvSpPr>
          <p:cNvPr id="6" name="Text Placeholder 8"/>
          <p:cNvSpPr>
            <a:spLocks noGrp="1"/>
          </p:cNvSpPr>
          <p:nvPr>
            <p:ph type="body" sz="quarter" idx="13" hasCustomPrompt="1"/>
          </p:nvPr>
        </p:nvSpPr>
        <p:spPr>
          <a:xfrm>
            <a:off x="661167" y="4995195"/>
            <a:ext cx="10902759" cy="1026914"/>
          </a:xfrm>
          <a:prstGeom prst="rect">
            <a:avLst/>
          </a:prstGeom>
        </p:spPr>
        <p:txBody>
          <a:bodyPr/>
          <a:lstStyle>
            <a:lvl1pPr marL="0" indent="0" algn="l">
              <a:lnSpc>
                <a:spcPct val="100000"/>
              </a:lnSpc>
              <a:buNone/>
              <a:defRPr sz="1100">
                <a:solidFill>
                  <a:schemeClr val="tx1"/>
                </a:solidFill>
                <a:latin typeface="Arial Narrow" panose="020B0606020202030204" pitchFamily="34" charset="0"/>
              </a:defRPr>
            </a:lvl1pPr>
          </a:lstStyle>
          <a:p>
            <a:pPr lvl="0"/>
            <a:r>
              <a:rPr lang="en-US"/>
              <a:t>Here goes your text</a:t>
            </a:r>
            <a:endParaRPr lang="es-ES"/>
          </a:p>
        </p:txBody>
      </p:sp>
      <p:sp>
        <p:nvSpPr>
          <p:cNvPr id="17" name="Text Placeholder 16"/>
          <p:cNvSpPr>
            <a:spLocks noGrp="1"/>
          </p:cNvSpPr>
          <p:nvPr>
            <p:ph type="body" sz="quarter" idx="21" hasCustomPrompt="1"/>
          </p:nvPr>
        </p:nvSpPr>
        <p:spPr>
          <a:xfrm>
            <a:off x="952115" y="1856510"/>
            <a:ext cx="2091267" cy="2918691"/>
          </a:xfrm>
          <a:prstGeom prst="rect">
            <a:avLst/>
          </a:prstGeom>
          <a:noFill/>
        </p:spPr>
        <p:txBody>
          <a:bodyPr anchor="ctr"/>
          <a:lstStyle>
            <a:lvl1pPr marL="0" indent="0" algn="l">
              <a:lnSpc>
                <a:spcPts val="2500"/>
              </a:lnSpc>
              <a:spcBef>
                <a:spcPts val="0"/>
              </a:spcBef>
              <a:buNone/>
              <a:defRPr sz="2200" b="1">
                <a:solidFill>
                  <a:schemeClr val="bg1"/>
                </a:solidFill>
                <a:latin typeface="Arial Narrow" panose="020B0606020202030204" pitchFamily="34" charset="0"/>
              </a:defRPr>
            </a:lvl1pPr>
          </a:lstStyle>
          <a:p>
            <a:pPr lvl="0"/>
            <a:r>
              <a:rPr lang="en-US"/>
              <a:t>HERE GOES THE TITLE OF YOUR BOX</a:t>
            </a:r>
            <a:endParaRPr lang="es-ES"/>
          </a:p>
        </p:txBody>
      </p:sp>
      <p:sp>
        <p:nvSpPr>
          <p:cNvPr id="24" name="Text Placeholder 16"/>
          <p:cNvSpPr>
            <a:spLocks noGrp="1"/>
          </p:cNvSpPr>
          <p:nvPr>
            <p:ph type="body" sz="quarter" idx="24" hasCustomPrompt="1"/>
          </p:nvPr>
        </p:nvSpPr>
        <p:spPr>
          <a:xfrm>
            <a:off x="3720712" y="1856510"/>
            <a:ext cx="2091267" cy="2918691"/>
          </a:xfrm>
          <a:prstGeom prst="rect">
            <a:avLst/>
          </a:prstGeom>
        </p:spPr>
        <p:txBody>
          <a:bodyPr anchor="ctr"/>
          <a:lstStyle>
            <a:lvl1pPr marL="0" indent="0" algn="l">
              <a:lnSpc>
                <a:spcPts val="2500"/>
              </a:lnSpc>
              <a:spcBef>
                <a:spcPts val="0"/>
              </a:spcBef>
              <a:buNone/>
              <a:defRPr sz="2200" b="1">
                <a:solidFill>
                  <a:schemeClr val="bg1"/>
                </a:solidFill>
                <a:latin typeface="Arial Narrow" panose="020B0606020202030204" pitchFamily="34" charset="0"/>
              </a:defRPr>
            </a:lvl1pPr>
          </a:lstStyle>
          <a:p>
            <a:pPr lvl="0"/>
            <a:r>
              <a:rPr lang="en-US"/>
              <a:t>HERE GOES THE TITLE OF YOUR BOX</a:t>
            </a:r>
            <a:endParaRPr lang="es-ES"/>
          </a:p>
        </p:txBody>
      </p:sp>
      <p:sp>
        <p:nvSpPr>
          <p:cNvPr id="26" name="Text Placeholder 16"/>
          <p:cNvSpPr>
            <a:spLocks noGrp="1"/>
          </p:cNvSpPr>
          <p:nvPr>
            <p:ph type="body" sz="quarter" idx="26" hasCustomPrompt="1"/>
          </p:nvPr>
        </p:nvSpPr>
        <p:spPr>
          <a:xfrm>
            <a:off x="9318253" y="1856508"/>
            <a:ext cx="2091267" cy="2918691"/>
          </a:xfrm>
          <a:prstGeom prst="rect">
            <a:avLst/>
          </a:prstGeom>
        </p:spPr>
        <p:txBody>
          <a:bodyPr anchor="ctr"/>
          <a:lstStyle>
            <a:lvl1pPr marL="0" indent="0" algn="l">
              <a:lnSpc>
                <a:spcPts val="2500"/>
              </a:lnSpc>
              <a:buNone/>
              <a:defRPr sz="2200" b="1">
                <a:solidFill>
                  <a:schemeClr val="bg1"/>
                </a:solidFill>
                <a:latin typeface="Arial Narrow" panose="020B0606020202030204" pitchFamily="34" charset="0"/>
              </a:defRPr>
            </a:lvl1pPr>
          </a:lstStyle>
          <a:p>
            <a:pPr lvl="0"/>
            <a:r>
              <a:rPr lang="en-US"/>
              <a:t>HERE GOES THE TITLE OF YOUR BOX</a:t>
            </a:r>
            <a:endParaRPr lang="es-ES"/>
          </a:p>
        </p:txBody>
      </p:sp>
    </p:spTree>
    <p:extLst>
      <p:ext uri="{BB962C8B-B14F-4D97-AF65-F5344CB8AC3E}">
        <p14:creationId xmlns:p14="http://schemas.microsoft.com/office/powerpoint/2010/main" val="36014185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F329A-4709-BAE2-6254-92D4619A8D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438B5E-F12A-9E07-2F4C-B660DF7442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C6BC51-DAD5-52CC-D3BD-EDC002226E4D}"/>
              </a:ext>
            </a:extLst>
          </p:cNvPr>
          <p:cNvSpPr>
            <a:spLocks noGrp="1"/>
          </p:cNvSpPr>
          <p:nvPr>
            <p:ph type="dt" sz="half" idx="10"/>
          </p:nvPr>
        </p:nvSpPr>
        <p:spPr/>
        <p:txBody>
          <a:bodyPr/>
          <a:lstStyle/>
          <a:p>
            <a:fld id="{CF5DAE02-5FF3-4BF6-9244-43810832CD6B}" type="datetimeFigureOut">
              <a:rPr lang="en-US" smtClean="0"/>
              <a:t>10/5/2026</a:t>
            </a:fld>
            <a:endParaRPr lang="en-US"/>
          </a:p>
        </p:txBody>
      </p:sp>
      <p:sp>
        <p:nvSpPr>
          <p:cNvPr id="5" name="Footer Placeholder 4">
            <a:extLst>
              <a:ext uri="{FF2B5EF4-FFF2-40B4-BE49-F238E27FC236}">
                <a16:creationId xmlns:a16="http://schemas.microsoft.com/office/drawing/2014/main" id="{6E8D5C7D-117A-B16F-E6D8-C261050C8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CFEFAC-5355-25BB-58D2-15B96F02390E}"/>
              </a:ext>
            </a:extLst>
          </p:cNvPr>
          <p:cNvSpPr>
            <a:spLocks noGrp="1"/>
          </p:cNvSpPr>
          <p:nvPr>
            <p:ph type="sldNum" sz="quarter" idx="12"/>
          </p:nvPr>
        </p:nvSpPr>
        <p:spPr/>
        <p:txBody>
          <a:bodyPr/>
          <a:lstStyle/>
          <a:p>
            <a:fld id="{A045628F-B6C1-4C79-AD8D-8FF771F787A1}" type="slidenum">
              <a:rPr lang="en-US" smtClean="0"/>
              <a:t>‹#›</a:t>
            </a:fld>
            <a:endParaRPr lang="en-US"/>
          </a:p>
        </p:txBody>
      </p:sp>
    </p:spTree>
    <p:extLst>
      <p:ext uri="{BB962C8B-B14F-4D97-AF65-F5344CB8AC3E}">
        <p14:creationId xmlns:p14="http://schemas.microsoft.com/office/powerpoint/2010/main" val="42421679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6A6F7-D960-C8F1-C156-02045E9CB3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C7C9C4-B0FB-286D-D9D6-CB60CDED17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E2DF8F-7EAB-A7D6-9B56-5521052F65B2}"/>
              </a:ext>
            </a:extLst>
          </p:cNvPr>
          <p:cNvSpPr>
            <a:spLocks noGrp="1"/>
          </p:cNvSpPr>
          <p:nvPr>
            <p:ph type="dt" sz="half" idx="10"/>
          </p:nvPr>
        </p:nvSpPr>
        <p:spPr/>
        <p:txBody>
          <a:bodyPr/>
          <a:lstStyle/>
          <a:p>
            <a:fld id="{CF5DAE02-5FF3-4BF6-9244-43810832CD6B}" type="datetimeFigureOut">
              <a:rPr lang="en-US" smtClean="0"/>
              <a:t>10/5/2026</a:t>
            </a:fld>
            <a:endParaRPr lang="en-US"/>
          </a:p>
        </p:txBody>
      </p:sp>
      <p:sp>
        <p:nvSpPr>
          <p:cNvPr id="5" name="Footer Placeholder 4">
            <a:extLst>
              <a:ext uri="{FF2B5EF4-FFF2-40B4-BE49-F238E27FC236}">
                <a16:creationId xmlns:a16="http://schemas.microsoft.com/office/drawing/2014/main" id="{6650CE33-ADA2-1C2F-A639-77079894E1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96181D-6CDC-92AE-6E8B-D43FDD04DC98}"/>
              </a:ext>
            </a:extLst>
          </p:cNvPr>
          <p:cNvSpPr>
            <a:spLocks noGrp="1"/>
          </p:cNvSpPr>
          <p:nvPr>
            <p:ph type="sldNum" sz="quarter" idx="12"/>
          </p:nvPr>
        </p:nvSpPr>
        <p:spPr/>
        <p:txBody>
          <a:bodyPr/>
          <a:lstStyle/>
          <a:p>
            <a:fld id="{A045628F-B6C1-4C79-AD8D-8FF771F787A1}" type="slidenum">
              <a:rPr lang="en-US" smtClean="0"/>
              <a:t>‹#›</a:t>
            </a:fld>
            <a:endParaRPr lang="en-US"/>
          </a:p>
        </p:txBody>
      </p:sp>
    </p:spTree>
    <p:extLst>
      <p:ext uri="{BB962C8B-B14F-4D97-AF65-F5344CB8AC3E}">
        <p14:creationId xmlns:p14="http://schemas.microsoft.com/office/powerpoint/2010/main" val="317508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085C-2BC8-B3A9-CA33-B748AD5D4D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F422B8-29C5-C3A1-F247-562EC6486D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F68208-350B-1558-1043-2AE0428EF8DE}"/>
              </a:ext>
            </a:extLst>
          </p:cNvPr>
          <p:cNvSpPr>
            <a:spLocks noGrp="1"/>
          </p:cNvSpPr>
          <p:nvPr>
            <p:ph type="dt" sz="half" idx="10"/>
          </p:nvPr>
        </p:nvSpPr>
        <p:spPr/>
        <p:txBody>
          <a:bodyPr/>
          <a:lstStyle/>
          <a:p>
            <a:fld id="{CF5DAE02-5FF3-4BF6-9244-43810832CD6B}" type="datetimeFigureOut">
              <a:rPr lang="en-US" smtClean="0"/>
              <a:t>10/5/2026</a:t>
            </a:fld>
            <a:endParaRPr lang="en-US"/>
          </a:p>
        </p:txBody>
      </p:sp>
      <p:sp>
        <p:nvSpPr>
          <p:cNvPr id="5" name="Footer Placeholder 4">
            <a:extLst>
              <a:ext uri="{FF2B5EF4-FFF2-40B4-BE49-F238E27FC236}">
                <a16:creationId xmlns:a16="http://schemas.microsoft.com/office/drawing/2014/main" id="{5B8ADD5F-BB65-B4DA-959F-5DF43ABDB6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72FC37-7837-11E1-4350-497C843F8991}"/>
              </a:ext>
            </a:extLst>
          </p:cNvPr>
          <p:cNvSpPr>
            <a:spLocks noGrp="1"/>
          </p:cNvSpPr>
          <p:nvPr>
            <p:ph type="sldNum" sz="quarter" idx="12"/>
          </p:nvPr>
        </p:nvSpPr>
        <p:spPr/>
        <p:txBody>
          <a:bodyPr/>
          <a:lstStyle/>
          <a:p>
            <a:fld id="{A045628F-B6C1-4C79-AD8D-8FF771F787A1}" type="slidenum">
              <a:rPr lang="en-US" smtClean="0"/>
              <a:t>‹#›</a:t>
            </a:fld>
            <a:endParaRPr lang="en-US"/>
          </a:p>
        </p:txBody>
      </p:sp>
    </p:spTree>
    <p:extLst>
      <p:ext uri="{BB962C8B-B14F-4D97-AF65-F5344CB8AC3E}">
        <p14:creationId xmlns:p14="http://schemas.microsoft.com/office/powerpoint/2010/main" val="35771092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0162F-905C-70EB-E63C-00A6ECCE69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10222E-9E73-906C-E731-10519ACF9B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BFF31F-7511-807B-7D99-0329B76E60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EAE6E1-334D-1A11-ED7B-267AB68A4E9B}"/>
              </a:ext>
            </a:extLst>
          </p:cNvPr>
          <p:cNvSpPr>
            <a:spLocks noGrp="1"/>
          </p:cNvSpPr>
          <p:nvPr>
            <p:ph type="dt" sz="half" idx="10"/>
          </p:nvPr>
        </p:nvSpPr>
        <p:spPr/>
        <p:txBody>
          <a:bodyPr/>
          <a:lstStyle/>
          <a:p>
            <a:fld id="{CF5DAE02-5FF3-4BF6-9244-43810832CD6B}" type="datetimeFigureOut">
              <a:rPr lang="en-US" smtClean="0"/>
              <a:t>10/5/2026</a:t>
            </a:fld>
            <a:endParaRPr lang="en-US"/>
          </a:p>
        </p:txBody>
      </p:sp>
      <p:sp>
        <p:nvSpPr>
          <p:cNvPr id="6" name="Footer Placeholder 5">
            <a:extLst>
              <a:ext uri="{FF2B5EF4-FFF2-40B4-BE49-F238E27FC236}">
                <a16:creationId xmlns:a16="http://schemas.microsoft.com/office/drawing/2014/main" id="{750287EB-A4A3-9697-8583-26276ACB5D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E204C7-901D-4DFA-3793-9A044C8F8673}"/>
              </a:ext>
            </a:extLst>
          </p:cNvPr>
          <p:cNvSpPr>
            <a:spLocks noGrp="1"/>
          </p:cNvSpPr>
          <p:nvPr>
            <p:ph type="sldNum" sz="quarter" idx="12"/>
          </p:nvPr>
        </p:nvSpPr>
        <p:spPr/>
        <p:txBody>
          <a:bodyPr/>
          <a:lstStyle/>
          <a:p>
            <a:fld id="{A045628F-B6C1-4C79-AD8D-8FF771F787A1}" type="slidenum">
              <a:rPr lang="en-US" smtClean="0"/>
              <a:t>‹#›</a:t>
            </a:fld>
            <a:endParaRPr lang="en-US"/>
          </a:p>
        </p:txBody>
      </p:sp>
    </p:spTree>
    <p:extLst>
      <p:ext uri="{BB962C8B-B14F-4D97-AF65-F5344CB8AC3E}">
        <p14:creationId xmlns:p14="http://schemas.microsoft.com/office/powerpoint/2010/main" val="28246223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24C02-A260-F93B-AEA8-10BE806821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276A9B7-6513-D1D8-FAC8-F00F8A2C0B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4F9136-8033-F5B7-4CAC-EB8FDFB5EE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F5EDD77-D4F0-2D41-32DE-FBEF522570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7F1CD4-8C79-B70F-04E9-A74EABCDA5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514F39-572F-FE44-ED8F-64B39383C9C9}"/>
              </a:ext>
            </a:extLst>
          </p:cNvPr>
          <p:cNvSpPr>
            <a:spLocks noGrp="1"/>
          </p:cNvSpPr>
          <p:nvPr>
            <p:ph type="dt" sz="half" idx="10"/>
          </p:nvPr>
        </p:nvSpPr>
        <p:spPr/>
        <p:txBody>
          <a:bodyPr/>
          <a:lstStyle/>
          <a:p>
            <a:fld id="{CF5DAE02-5FF3-4BF6-9244-43810832CD6B}" type="datetimeFigureOut">
              <a:rPr lang="en-US" smtClean="0"/>
              <a:t>10/5/2026</a:t>
            </a:fld>
            <a:endParaRPr lang="en-US"/>
          </a:p>
        </p:txBody>
      </p:sp>
      <p:sp>
        <p:nvSpPr>
          <p:cNvPr id="8" name="Footer Placeholder 7">
            <a:extLst>
              <a:ext uri="{FF2B5EF4-FFF2-40B4-BE49-F238E27FC236}">
                <a16:creationId xmlns:a16="http://schemas.microsoft.com/office/drawing/2014/main" id="{542D9153-783D-2BE0-4161-1FE8B1F84B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57972E-A126-F728-DB92-4CBD1C68C195}"/>
              </a:ext>
            </a:extLst>
          </p:cNvPr>
          <p:cNvSpPr>
            <a:spLocks noGrp="1"/>
          </p:cNvSpPr>
          <p:nvPr>
            <p:ph type="sldNum" sz="quarter" idx="12"/>
          </p:nvPr>
        </p:nvSpPr>
        <p:spPr/>
        <p:txBody>
          <a:bodyPr/>
          <a:lstStyle/>
          <a:p>
            <a:fld id="{A045628F-B6C1-4C79-AD8D-8FF771F787A1}" type="slidenum">
              <a:rPr lang="en-US" smtClean="0"/>
              <a:t>‹#›</a:t>
            </a:fld>
            <a:endParaRPr lang="en-US"/>
          </a:p>
        </p:txBody>
      </p:sp>
    </p:spTree>
    <p:extLst>
      <p:ext uri="{BB962C8B-B14F-4D97-AF65-F5344CB8AC3E}">
        <p14:creationId xmlns:p14="http://schemas.microsoft.com/office/powerpoint/2010/main" val="3995374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C863-AEC1-0E0E-5AED-2CFEA5F7B1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6E73DD-51EB-6BC7-ADC3-14B63C1A0191}"/>
              </a:ext>
            </a:extLst>
          </p:cNvPr>
          <p:cNvSpPr>
            <a:spLocks noGrp="1"/>
          </p:cNvSpPr>
          <p:nvPr>
            <p:ph type="dt" sz="half" idx="10"/>
          </p:nvPr>
        </p:nvSpPr>
        <p:spPr/>
        <p:txBody>
          <a:bodyPr/>
          <a:lstStyle/>
          <a:p>
            <a:fld id="{CF5DAE02-5FF3-4BF6-9244-43810832CD6B}" type="datetimeFigureOut">
              <a:rPr lang="en-US" smtClean="0"/>
              <a:t>10/5/2026</a:t>
            </a:fld>
            <a:endParaRPr lang="en-US"/>
          </a:p>
        </p:txBody>
      </p:sp>
      <p:sp>
        <p:nvSpPr>
          <p:cNvPr id="4" name="Footer Placeholder 3">
            <a:extLst>
              <a:ext uri="{FF2B5EF4-FFF2-40B4-BE49-F238E27FC236}">
                <a16:creationId xmlns:a16="http://schemas.microsoft.com/office/drawing/2014/main" id="{07DA1F76-8AFD-1AC5-9146-312C98C443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2F7350-B7C7-6A7E-853B-E0E136775C14}"/>
              </a:ext>
            </a:extLst>
          </p:cNvPr>
          <p:cNvSpPr>
            <a:spLocks noGrp="1"/>
          </p:cNvSpPr>
          <p:nvPr>
            <p:ph type="sldNum" sz="quarter" idx="12"/>
          </p:nvPr>
        </p:nvSpPr>
        <p:spPr/>
        <p:txBody>
          <a:bodyPr/>
          <a:lstStyle/>
          <a:p>
            <a:fld id="{A045628F-B6C1-4C79-AD8D-8FF771F787A1}" type="slidenum">
              <a:rPr lang="en-US" smtClean="0"/>
              <a:t>‹#›</a:t>
            </a:fld>
            <a:endParaRPr lang="en-US"/>
          </a:p>
        </p:txBody>
      </p:sp>
    </p:spTree>
    <p:extLst>
      <p:ext uri="{BB962C8B-B14F-4D97-AF65-F5344CB8AC3E}">
        <p14:creationId xmlns:p14="http://schemas.microsoft.com/office/powerpoint/2010/main" val="42566211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EE5956-F24A-875F-1D81-8EFFE1EDC1D6}"/>
              </a:ext>
            </a:extLst>
          </p:cNvPr>
          <p:cNvSpPr>
            <a:spLocks noGrp="1"/>
          </p:cNvSpPr>
          <p:nvPr>
            <p:ph type="dt" sz="half" idx="10"/>
          </p:nvPr>
        </p:nvSpPr>
        <p:spPr/>
        <p:txBody>
          <a:bodyPr/>
          <a:lstStyle/>
          <a:p>
            <a:fld id="{CF5DAE02-5FF3-4BF6-9244-43810832CD6B}" type="datetimeFigureOut">
              <a:rPr lang="en-US" smtClean="0"/>
              <a:t>10/5/2026</a:t>
            </a:fld>
            <a:endParaRPr lang="en-US"/>
          </a:p>
        </p:txBody>
      </p:sp>
      <p:sp>
        <p:nvSpPr>
          <p:cNvPr id="3" name="Footer Placeholder 2">
            <a:extLst>
              <a:ext uri="{FF2B5EF4-FFF2-40B4-BE49-F238E27FC236}">
                <a16:creationId xmlns:a16="http://schemas.microsoft.com/office/drawing/2014/main" id="{9E163A12-CDF1-437C-E316-98A6C7E8E07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89960C-6705-5BE5-E10E-F7731FB515B6}"/>
              </a:ext>
            </a:extLst>
          </p:cNvPr>
          <p:cNvSpPr>
            <a:spLocks noGrp="1"/>
          </p:cNvSpPr>
          <p:nvPr>
            <p:ph type="sldNum" sz="quarter" idx="12"/>
          </p:nvPr>
        </p:nvSpPr>
        <p:spPr/>
        <p:txBody>
          <a:bodyPr/>
          <a:lstStyle/>
          <a:p>
            <a:fld id="{A045628F-B6C1-4C79-AD8D-8FF771F787A1}" type="slidenum">
              <a:rPr lang="en-US" smtClean="0"/>
              <a:t>‹#›</a:t>
            </a:fld>
            <a:endParaRPr lang="en-US"/>
          </a:p>
        </p:txBody>
      </p:sp>
    </p:spTree>
    <p:extLst>
      <p:ext uri="{BB962C8B-B14F-4D97-AF65-F5344CB8AC3E}">
        <p14:creationId xmlns:p14="http://schemas.microsoft.com/office/powerpoint/2010/main" val="6974051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72D49-C643-44EC-35A3-EBE686A7EC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0115A1-8146-10DB-9BE7-FBAC903184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869CFF-BB71-B8A2-F7CD-5F17A2F028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CA083C-5BE2-ADD5-9D15-C3C336ACF72B}"/>
              </a:ext>
            </a:extLst>
          </p:cNvPr>
          <p:cNvSpPr>
            <a:spLocks noGrp="1"/>
          </p:cNvSpPr>
          <p:nvPr>
            <p:ph type="dt" sz="half" idx="10"/>
          </p:nvPr>
        </p:nvSpPr>
        <p:spPr/>
        <p:txBody>
          <a:bodyPr/>
          <a:lstStyle/>
          <a:p>
            <a:fld id="{CF5DAE02-5FF3-4BF6-9244-43810832CD6B}" type="datetimeFigureOut">
              <a:rPr lang="en-US" smtClean="0"/>
              <a:t>10/5/2026</a:t>
            </a:fld>
            <a:endParaRPr lang="en-US"/>
          </a:p>
        </p:txBody>
      </p:sp>
      <p:sp>
        <p:nvSpPr>
          <p:cNvPr id="6" name="Footer Placeholder 5">
            <a:extLst>
              <a:ext uri="{FF2B5EF4-FFF2-40B4-BE49-F238E27FC236}">
                <a16:creationId xmlns:a16="http://schemas.microsoft.com/office/drawing/2014/main" id="{133AF2BE-34FF-274A-91C8-89943CED0E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0796-17D1-57E1-9D0E-3AB561BEEF1D}"/>
              </a:ext>
            </a:extLst>
          </p:cNvPr>
          <p:cNvSpPr>
            <a:spLocks noGrp="1"/>
          </p:cNvSpPr>
          <p:nvPr>
            <p:ph type="sldNum" sz="quarter" idx="12"/>
          </p:nvPr>
        </p:nvSpPr>
        <p:spPr/>
        <p:txBody>
          <a:bodyPr/>
          <a:lstStyle/>
          <a:p>
            <a:fld id="{A045628F-B6C1-4C79-AD8D-8FF771F787A1}" type="slidenum">
              <a:rPr lang="en-US" smtClean="0"/>
              <a:t>‹#›</a:t>
            </a:fld>
            <a:endParaRPr lang="en-US"/>
          </a:p>
        </p:txBody>
      </p:sp>
    </p:spTree>
    <p:extLst>
      <p:ext uri="{BB962C8B-B14F-4D97-AF65-F5344CB8AC3E}">
        <p14:creationId xmlns:p14="http://schemas.microsoft.com/office/powerpoint/2010/main" val="7744214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D3FF1-4513-9AC7-0297-8A1E25A10F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B60F38-0CD7-9F88-F65F-0D05D2BDE0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76646A-8080-96BB-3917-01762C007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A538B1-53AA-E465-04D8-37CE2B85A3F0}"/>
              </a:ext>
            </a:extLst>
          </p:cNvPr>
          <p:cNvSpPr>
            <a:spLocks noGrp="1"/>
          </p:cNvSpPr>
          <p:nvPr>
            <p:ph type="dt" sz="half" idx="10"/>
          </p:nvPr>
        </p:nvSpPr>
        <p:spPr/>
        <p:txBody>
          <a:bodyPr/>
          <a:lstStyle/>
          <a:p>
            <a:fld id="{CF5DAE02-5FF3-4BF6-9244-43810832CD6B}" type="datetimeFigureOut">
              <a:rPr lang="en-US" smtClean="0"/>
              <a:t>10/5/2026</a:t>
            </a:fld>
            <a:endParaRPr lang="en-US"/>
          </a:p>
        </p:txBody>
      </p:sp>
      <p:sp>
        <p:nvSpPr>
          <p:cNvPr id="6" name="Footer Placeholder 5">
            <a:extLst>
              <a:ext uri="{FF2B5EF4-FFF2-40B4-BE49-F238E27FC236}">
                <a16:creationId xmlns:a16="http://schemas.microsoft.com/office/drawing/2014/main" id="{DD683AFB-17F5-03D9-60DE-2D24E975A6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3954C2-AAB4-975E-1577-A80DBF05006B}"/>
              </a:ext>
            </a:extLst>
          </p:cNvPr>
          <p:cNvSpPr>
            <a:spLocks noGrp="1"/>
          </p:cNvSpPr>
          <p:nvPr>
            <p:ph type="sldNum" sz="quarter" idx="12"/>
          </p:nvPr>
        </p:nvSpPr>
        <p:spPr/>
        <p:txBody>
          <a:bodyPr/>
          <a:lstStyle/>
          <a:p>
            <a:fld id="{A045628F-B6C1-4C79-AD8D-8FF771F787A1}" type="slidenum">
              <a:rPr lang="en-US" smtClean="0"/>
              <a:t>‹#›</a:t>
            </a:fld>
            <a:endParaRPr lang="en-US"/>
          </a:p>
        </p:txBody>
      </p:sp>
    </p:spTree>
    <p:extLst>
      <p:ext uri="{BB962C8B-B14F-4D97-AF65-F5344CB8AC3E}">
        <p14:creationId xmlns:p14="http://schemas.microsoft.com/office/powerpoint/2010/main" val="324830405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32992-2D9F-7B96-7033-A6B3194F85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8C975F-EC56-9769-F3FA-506B08AF2B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FB85E9-64A8-B825-7E6E-4B6856E5EB8E}"/>
              </a:ext>
            </a:extLst>
          </p:cNvPr>
          <p:cNvSpPr>
            <a:spLocks noGrp="1"/>
          </p:cNvSpPr>
          <p:nvPr>
            <p:ph type="dt" sz="half" idx="10"/>
          </p:nvPr>
        </p:nvSpPr>
        <p:spPr/>
        <p:txBody>
          <a:bodyPr/>
          <a:lstStyle/>
          <a:p>
            <a:fld id="{CF5DAE02-5FF3-4BF6-9244-43810832CD6B}" type="datetimeFigureOut">
              <a:rPr lang="en-US" smtClean="0"/>
              <a:t>10/5/2026</a:t>
            </a:fld>
            <a:endParaRPr lang="en-US"/>
          </a:p>
        </p:txBody>
      </p:sp>
      <p:sp>
        <p:nvSpPr>
          <p:cNvPr id="5" name="Footer Placeholder 4">
            <a:extLst>
              <a:ext uri="{FF2B5EF4-FFF2-40B4-BE49-F238E27FC236}">
                <a16:creationId xmlns:a16="http://schemas.microsoft.com/office/drawing/2014/main" id="{47F9FA9B-0A2E-F7B4-A53D-D25BB0D7E0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40060E-4CFF-1DC9-4C60-98C120D0D206}"/>
              </a:ext>
            </a:extLst>
          </p:cNvPr>
          <p:cNvSpPr>
            <a:spLocks noGrp="1"/>
          </p:cNvSpPr>
          <p:nvPr>
            <p:ph type="sldNum" sz="quarter" idx="12"/>
          </p:nvPr>
        </p:nvSpPr>
        <p:spPr/>
        <p:txBody>
          <a:bodyPr/>
          <a:lstStyle/>
          <a:p>
            <a:fld id="{A045628F-B6C1-4C79-AD8D-8FF771F787A1}" type="slidenum">
              <a:rPr lang="en-US" smtClean="0"/>
              <a:t>‹#›</a:t>
            </a:fld>
            <a:endParaRPr lang="en-US"/>
          </a:p>
        </p:txBody>
      </p:sp>
    </p:spTree>
    <p:extLst>
      <p:ext uri="{BB962C8B-B14F-4D97-AF65-F5344CB8AC3E}">
        <p14:creationId xmlns:p14="http://schemas.microsoft.com/office/powerpoint/2010/main" val="33686745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0D23E5-7F13-3293-5773-6BA2ADF84D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637C4B-FF3B-E275-F78D-2FC621A1A4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F6E2F5-364C-E097-57B6-E8044BA73C5F}"/>
              </a:ext>
            </a:extLst>
          </p:cNvPr>
          <p:cNvSpPr>
            <a:spLocks noGrp="1"/>
          </p:cNvSpPr>
          <p:nvPr>
            <p:ph type="dt" sz="half" idx="10"/>
          </p:nvPr>
        </p:nvSpPr>
        <p:spPr/>
        <p:txBody>
          <a:bodyPr/>
          <a:lstStyle/>
          <a:p>
            <a:fld id="{CF5DAE02-5FF3-4BF6-9244-43810832CD6B}" type="datetimeFigureOut">
              <a:rPr lang="en-US" smtClean="0"/>
              <a:t>10/5/2026</a:t>
            </a:fld>
            <a:endParaRPr lang="en-US"/>
          </a:p>
        </p:txBody>
      </p:sp>
      <p:sp>
        <p:nvSpPr>
          <p:cNvPr id="5" name="Footer Placeholder 4">
            <a:extLst>
              <a:ext uri="{FF2B5EF4-FFF2-40B4-BE49-F238E27FC236}">
                <a16:creationId xmlns:a16="http://schemas.microsoft.com/office/drawing/2014/main" id="{03E24B45-0970-DF3E-14BC-3BE09F1C2D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3D8B40-3C24-B7DF-F565-1CA7C5889D4D}"/>
              </a:ext>
            </a:extLst>
          </p:cNvPr>
          <p:cNvSpPr>
            <a:spLocks noGrp="1"/>
          </p:cNvSpPr>
          <p:nvPr>
            <p:ph type="sldNum" sz="quarter" idx="12"/>
          </p:nvPr>
        </p:nvSpPr>
        <p:spPr/>
        <p:txBody>
          <a:bodyPr/>
          <a:lstStyle/>
          <a:p>
            <a:fld id="{A045628F-B6C1-4C79-AD8D-8FF771F787A1}" type="slidenum">
              <a:rPr lang="en-US" smtClean="0"/>
              <a:t>‹#›</a:t>
            </a:fld>
            <a:endParaRPr lang="en-US"/>
          </a:p>
        </p:txBody>
      </p:sp>
    </p:spTree>
    <p:extLst>
      <p:ext uri="{BB962C8B-B14F-4D97-AF65-F5344CB8AC3E}">
        <p14:creationId xmlns:p14="http://schemas.microsoft.com/office/powerpoint/2010/main" val="34973538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Caption" userDrawn="1">
  <p:cSld name="Caption">
    <p:spTree>
      <p:nvGrpSpPr>
        <p:cNvPr id="1" name="Shape 50"/>
        <p:cNvGrpSpPr/>
        <p:nvPr/>
      </p:nvGrpSpPr>
      <p:grpSpPr>
        <a:xfrm>
          <a:off x="0" y="0"/>
          <a:ext cx="0" cy="0"/>
          <a:chOff x="0" y="0"/>
          <a:chExt cx="0" cy="0"/>
        </a:xfrm>
      </p:grpSpPr>
      <p:pic>
        <p:nvPicPr>
          <p:cNvPr id="5" name="Picture 4">
            <a:extLst>
              <a:ext uri="{FF2B5EF4-FFF2-40B4-BE49-F238E27FC236}">
                <a16:creationId xmlns:a16="http://schemas.microsoft.com/office/drawing/2014/main" id="{A4D878EC-F864-664F-3DC1-09BD0141A84D}"/>
              </a:ext>
            </a:extLst>
          </p:cNvPr>
          <p:cNvPicPr>
            <a:picLocks noChangeAspect="1"/>
          </p:cNvPicPr>
          <p:nvPr userDrawn="1"/>
        </p:nvPicPr>
        <p:blipFill>
          <a:blip r:embed="rId2"/>
          <a:stretch>
            <a:fillRect/>
          </a:stretch>
        </p:blipFill>
        <p:spPr>
          <a:xfrm>
            <a:off x="0" y="5599290"/>
            <a:ext cx="12205691" cy="1258711"/>
          </a:xfrm>
          <a:prstGeom prst="rect">
            <a:avLst/>
          </a:prstGeom>
        </p:spPr>
      </p:pic>
      <p:sp>
        <p:nvSpPr>
          <p:cNvPr id="6" name="Google Shape;29;p5">
            <a:extLst>
              <a:ext uri="{FF2B5EF4-FFF2-40B4-BE49-F238E27FC236}">
                <a16:creationId xmlns:a16="http://schemas.microsoft.com/office/drawing/2014/main" id="{66A6A47F-A56D-8847-5704-D0CB11115A72}"/>
              </a:ext>
            </a:extLst>
          </p:cNvPr>
          <p:cNvSpPr txBox="1">
            <a:spLocks noGrp="1"/>
          </p:cNvSpPr>
          <p:nvPr>
            <p:ph type="sldNum" idx="12"/>
          </p:nvPr>
        </p:nvSpPr>
        <p:spPr>
          <a:xfrm>
            <a:off x="11409033" y="6344577"/>
            <a:ext cx="731600" cy="412000"/>
          </a:xfrm>
          <a:prstGeom prst="rect">
            <a:avLst/>
          </a:prstGeom>
        </p:spPr>
        <p:txBody>
          <a:bodyPr spcFirstLastPara="1" wrap="square" lIns="91425" tIns="91425" rIns="91425" bIns="91425" anchor="t" anchorCtr="0">
            <a:noAutofit/>
          </a:bodyPr>
          <a:lstStyle>
            <a:lvl1pPr lvl="0">
              <a:buNone/>
              <a:defRPr b="0" i="0">
                <a:solidFill>
                  <a:schemeClr val="tx2"/>
                </a:solidFill>
                <a:latin typeface="Inter" panose="02000503000000020004" pitchFamily="2" charset="0"/>
                <a:ea typeface="Inter" panose="02000503000000020004" pitchFamily="2" charset="0"/>
                <a:cs typeface="Inter" panose="02000503000000020004" pitchFamily="2" charset="0"/>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3617960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1978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image" Target="../media/image2.png"/><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theme" Target="../theme/theme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4.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AD10AE-B3F9-F3C8-2E5A-D0765F8EB3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CDFA01-131A-2278-B470-AC8BFE6C30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72A4D-B8A8-A3C2-802E-A097FC92EA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2B357A-DDCB-4F9E-B589-D2692D8AE257}" type="datetimeFigureOut">
              <a:rPr lang="en-US" smtClean="0"/>
              <a:t>10/5/2026</a:t>
            </a:fld>
            <a:endParaRPr lang="en-US"/>
          </a:p>
        </p:txBody>
      </p:sp>
      <p:sp>
        <p:nvSpPr>
          <p:cNvPr id="5" name="Footer Placeholder 4">
            <a:extLst>
              <a:ext uri="{FF2B5EF4-FFF2-40B4-BE49-F238E27FC236}">
                <a16:creationId xmlns:a16="http://schemas.microsoft.com/office/drawing/2014/main" id="{8EA715C1-AF06-B696-F1F1-93A1784584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59A9ECA-E4AE-3DF5-6648-4FF0E227CF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551D42-A396-4E7E-AF62-C26E6A4A8E39}" type="slidenum">
              <a:rPr lang="en-US" smtClean="0"/>
              <a:t>‹#›</a:t>
            </a:fld>
            <a:endParaRPr lang="en-US"/>
          </a:p>
        </p:txBody>
      </p:sp>
    </p:spTree>
    <p:extLst>
      <p:ext uri="{BB962C8B-B14F-4D97-AF65-F5344CB8AC3E}">
        <p14:creationId xmlns:p14="http://schemas.microsoft.com/office/powerpoint/2010/main" val="4261202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82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F19FDE-72ED-1CF8-7B60-924A6A198D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FF0473-304B-BE13-CB8F-2286DA50AF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E6C860-8D7D-CF8E-2E38-A069DCAA1A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5EC8F3-50AC-40E5-AFD4-305EED3B4DA9}" type="datetimeFigureOut">
              <a:rPr lang="en-US" smtClean="0"/>
              <a:t>10/5/2026</a:t>
            </a:fld>
            <a:endParaRPr lang="en-US"/>
          </a:p>
        </p:txBody>
      </p:sp>
      <p:sp>
        <p:nvSpPr>
          <p:cNvPr id="5" name="Footer Placeholder 4">
            <a:extLst>
              <a:ext uri="{FF2B5EF4-FFF2-40B4-BE49-F238E27FC236}">
                <a16:creationId xmlns:a16="http://schemas.microsoft.com/office/drawing/2014/main" id="{AF02C9F2-32E2-58CA-D6B5-6BD72E7F9A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F8E57A2-85C0-8362-67EE-8019D505A4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7A0215-BD32-4EFC-AC34-651FDCEC46CE}" type="slidenum">
              <a:rPr lang="en-US" smtClean="0"/>
              <a:t>‹#›</a:t>
            </a:fld>
            <a:endParaRPr lang="en-US"/>
          </a:p>
        </p:txBody>
      </p:sp>
    </p:spTree>
    <p:extLst>
      <p:ext uri="{BB962C8B-B14F-4D97-AF65-F5344CB8AC3E}">
        <p14:creationId xmlns:p14="http://schemas.microsoft.com/office/powerpoint/2010/main" val="22684920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26"/>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8712" y="272465"/>
            <a:ext cx="11672416" cy="1291135"/>
          </a:xfrm>
          <a:prstGeom prst="rect">
            <a:avLst/>
          </a:prstGeom>
        </p:spPr>
        <p:txBody>
          <a:bodyPr vert="horz" lIns="0" tIns="0" rIns="0" bIns="0" rtlCol="0" anchor="b" anchorCtr="0">
            <a:normAutofit/>
          </a:bodyPr>
          <a:lstStyle/>
          <a:p>
            <a:r>
              <a:rPr lang="en-US"/>
              <a:t>Click to edit Master title style</a:t>
            </a:r>
          </a:p>
        </p:txBody>
      </p:sp>
      <p:sp>
        <p:nvSpPr>
          <p:cNvPr id="3" name="Text Placeholder 2"/>
          <p:cNvSpPr>
            <a:spLocks noGrp="1"/>
          </p:cNvSpPr>
          <p:nvPr>
            <p:ph type="body" idx="1"/>
          </p:nvPr>
        </p:nvSpPr>
        <p:spPr>
          <a:xfrm>
            <a:off x="278712" y="1732139"/>
            <a:ext cx="11672416" cy="4028680"/>
          </a:xfrm>
          <a:prstGeom prst="rect">
            <a:avLst/>
          </a:prstGeom>
        </p:spPr>
        <p:txBody>
          <a:bodyPr vert="horz" lIns="91440" tIns="45720" rIns="9144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78712" y="6473119"/>
            <a:ext cx="869693" cy="207888"/>
          </a:xfrm>
          <a:prstGeom prst="rect">
            <a:avLst/>
          </a:prstGeom>
        </p:spPr>
        <p:txBody>
          <a:bodyPr vert="horz" lIns="0" tIns="0" rIns="0" bIns="0" rtlCol="0" anchor="t" anchorCtr="0"/>
          <a:lstStyle>
            <a:lvl1pPr algn="l">
              <a:defRPr sz="1200">
                <a:solidFill>
                  <a:schemeClr val="bg1">
                    <a:lumMod val="50000"/>
                  </a:schemeClr>
                </a:solidFill>
              </a:defRPr>
            </a:lvl1pPr>
          </a:lstStyle>
          <a:p>
            <a:fld id="{68C2560D-EC28-3B41-86E8-18F1CE0113B4}" type="datetimeFigureOut">
              <a:rPr lang="en-US" smtClean="0"/>
              <a:pPr/>
              <a:t>10/5/2026</a:t>
            </a:fld>
            <a:endParaRPr lang="en-US"/>
          </a:p>
        </p:txBody>
      </p:sp>
      <p:sp>
        <p:nvSpPr>
          <p:cNvPr id="5" name="Footer Placeholder 4"/>
          <p:cNvSpPr>
            <a:spLocks noGrp="1"/>
          </p:cNvSpPr>
          <p:nvPr>
            <p:ph type="ftr" sz="quarter" idx="3"/>
          </p:nvPr>
        </p:nvSpPr>
        <p:spPr>
          <a:xfrm>
            <a:off x="278712" y="6125647"/>
            <a:ext cx="5628733" cy="303596"/>
          </a:xfrm>
          <a:prstGeom prst="rect">
            <a:avLst/>
          </a:prstGeom>
        </p:spPr>
        <p:txBody>
          <a:bodyPr vert="horz" lIns="0" tIns="0" rIns="0" bIns="0" rtlCol="0" anchor="b" anchorCtr="0">
            <a:noAutofit/>
          </a:bodyPr>
          <a:lstStyle>
            <a:lvl1pPr algn="l">
              <a:defRPr sz="1333">
                <a:solidFill>
                  <a:schemeClr val="bg1">
                    <a:lumMod val="50000"/>
                  </a:schemeClr>
                </a:solidFill>
              </a:defRPr>
            </a:lvl1pPr>
          </a:lstStyle>
          <a:p>
            <a:endParaRPr lang="en-US"/>
          </a:p>
        </p:txBody>
      </p:sp>
      <p:sp>
        <p:nvSpPr>
          <p:cNvPr id="6" name="Slide Number Placeholder 5"/>
          <p:cNvSpPr>
            <a:spLocks noGrp="1"/>
          </p:cNvSpPr>
          <p:nvPr>
            <p:ph type="sldNum" sz="quarter" idx="4"/>
          </p:nvPr>
        </p:nvSpPr>
        <p:spPr>
          <a:xfrm>
            <a:off x="1148406" y="6473119"/>
            <a:ext cx="606917" cy="207888"/>
          </a:xfrm>
          <a:prstGeom prst="rect">
            <a:avLst/>
          </a:prstGeom>
        </p:spPr>
        <p:txBody>
          <a:bodyPr vert="horz" lIns="0" tIns="0" rIns="91440" bIns="0" rtlCol="0" anchor="t" anchorCtr="0"/>
          <a:lstStyle>
            <a:lvl1pPr algn="l">
              <a:defRPr sz="1200">
                <a:solidFill>
                  <a:schemeClr val="bg1">
                    <a:lumMod val="50000"/>
                  </a:schemeClr>
                </a:solidFill>
              </a:defRPr>
            </a:lvl1pPr>
          </a:lstStyle>
          <a:p>
            <a:fld id="{2066355A-084C-D24E-9AD2-7E4FC41EA627}" type="slidenum">
              <a:rPr lang="en-US" smtClean="0"/>
              <a:pPr/>
              <a:t>‹#›</a:t>
            </a:fld>
            <a:endParaRPr lang="en-US"/>
          </a:p>
        </p:txBody>
      </p:sp>
    </p:spTree>
    <p:extLst>
      <p:ext uri="{BB962C8B-B14F-4D97-AF65-F5344CB8AC3E}">
        <p14:creationId xmlns:p14="http://schemas.microsoft.com/office/powerpoint/2010/main" val="256005413"/>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Lst>
  <p:txStyles>
    <p:titleStyle>
      <a:lvl1pPr algn="l" defTabSz="609585" rtl="0" eaLnBrk="1" latinLnBrk="0" hangingPunct="1">
        <a:lnSpc>
          <a:spcPct val="90000"/>
        </a:lnSpc>
        <a:spcBef>
          <a:spcPct val="0"/>
        </a:spcBef>
        <a:buNone/>
        <a:defRPr sz="4800" b="1" kern="1200">
          <a:solidFill>
            <a:schemeClr val="accent1"/>
          </a:solidFill>
          <a:latin typeface="Proxima Nova Rg" panose="020B0503030502060204" pitchFamily="34" charset="0"/>
          <a:ea typeface="+mj-ea"/>
          <a:cs typeface="+mj-cs"/>
        </a:defRPr>
      </a:lvl1pPr>
    </p:titleStyle>
    <p:bodyStyle>
      <a:lvl1pPr marL="243834" indent="-243834" algn="l" defTabSz="609585" rtl="0" eaLnBrk="1" latinLnBrk="0" hangingPunct="1">
        <a:spcBef>
          <a:spcPct val="20000"/>
        </a:spcBef>
        <a:buClr>
          <a:schemeClr val="accent1"/>
        </a:buClr>
        <a:buFont typeface="Arial" panose="020B0604020202020204" pitchFamily="34" charset="0"/>
        <a:buChar char="•"/>
        <a:defRPr sz="2400" kern="1200">
          <a:solidFill>
            <a:srgbClr val="1A1A1A"/>
          </a:solidFill>
          <a:latin typeface="Proxima Nova Rg" panose="020B0503030502060204" pitchFamily="34" charset="0"/>
          <a:ea typeface="+mn-ea"/>
          <a:cs typeface="+mn-cs"/>
        </a:defRPr>
      </a:lvl1pPr>
      <a:lvl2pPr marL="487668" indent="-243834" algn="l" defTabSz="609585" rtl="0" eaLnBrk="1" latinLnBrk="0" hangingPunct="1">
        <a:spcBef>
          <a:spcPct val="20000"/>
        </a:spcBef>
        <a:buClr>
          <a:schemeClr val="accent1"/>
        </a:buClr>
        <a:buFont typeface="Arial"/>
        <a:buChar char="–"/>
        <a:defRPr sz="2133" kern="1200">
          <a:solidFill>
            <a:srgbClr val="1A1A1A"/>
          </a:solidFill>
          <a:latin typeface="Proxima Nova Rg" panose="020B0503030502060204" pitchFamily="34" charset="0"/>
          <a:ea typeface="+mn-ea"/>
          <a:cs typeface="+mn-cs"/>
        </a:defRPr>
      </a:lvl2pPr>
      <a:lvl3pPr marL="1219170" indent="-243834" algn="l" defTabSz="609585" rtl="0" eaLnBrk="1" latinLnBrk="0" hangingPunct="1">
        <a:spcBef>
          <a:spcPct val="20000"/>
        </a:spcBef>
        <a:buClr>
          <a:schemeClr val="accent1"/>
        </a:buClr>
        <a:buFont typeface="Arial"/>
        <a:buChar char="•"/>
        <a:defRPr sz="1867" kern="1200">
          <a:solidFill>
            <a:srgbClr val="1A1A1A"/>
          </a:solidFill>
          <a:latin typeface="Proxima Nova Rg" panose="020B0503030502060204" pitchFamily="34" charset="0"/>
          <a:ea typeface="+mn-ea"/>
          <a:cs typeface="+mn-cs"/>
        </a:defRPr>
      </a:lvl3pPr>
      <a:lvl4pPr marL="1706837" indent="-243834" algn="l" defTabSz="609585" rtl="0" eaLnBrk="1" latinLnBrk="0" hangingPunct="1">
        <a:spcBef>
          <a:spcPct val="20000"/>
        </a:spcBef>
        <a:buClr>
          <a:schemeClr val="accent1"/>
        </a:buClr>
        <a:buFont typeface="Arial"/>
        <a:buChar char="–"/>
        <a:defRPr sz="1600" kern="1200">
          <a:solidFill>
            <a:srgbClr val="1A1A1A"/>
          </a:solidFill>
          <a:latin typeface="Proxima Nova Rg" panose="020B0503030502060204" pitchFamily="34" charset="0"/>
          <a:ea typeface="+mn-ea"/>
          <a:cs typeface="+mn-cs"/>
        </a:defRPr>
      </a:lvl4pPr>
      <a:lvl5pPr marL="2194505" indent="-243834" algn="l" defTabSz="609585" rtl="0" eaLnBrk="1" latinLnBrk="0" hangingPunct="1">
        <a:spcBef>
          <a:spcPct val="20000"/>
        </a:spcBef>
        <a:buClr>
          <a:schemeClr val="accent1"/>
        </a:buClr>
        <a:buFont typeface="Arial"/>
        <a:buChar char="»"/>
        <a:defRPr sz="1600" kern="1200">
          <a:solidFill>
            <a:srgbClr val="1A1A1A"/>
          </a:solidFill>
          <a:latin typeface="Proxima Nova Rg" panose="020B0503030502060204" pitchFamily="34" charset="0"/>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9C44EB-B561-437B-9DDB-65C3E956E8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E338C26-04BD-08B8-7B22-57378E9901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D7A776-6A1E-BE9E-5FAF-3B68DCFF31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5DAE02-5FF3-4BF6-9244-43810832CD6B}" type="datetimeFigureOut">
              <a:rPr lang="en-US" smtClean="0"/>
              <a:t>10/5/2026</a:t>
            </a:fld>
            <a:endParaRPr lang="en-US"/>
          </a:p>
        </p:txBody>
      </p:sp>
      <p:sp>
        <p:nvSpPr>
          <p:cNvPr id="5" name="Footer Placeholder 4">
            <a:extLst>
              <a:ext uri="{FF2B5EF4-FFF2-40B4-BE49-F238E27FC236}">
                <a16:creationId xmlns:a16="http://schemas.microsoft.com/office/drawing/2014/main" id="{B5E7D93A-E5E2-4754-C6FB-1139FEA1BE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A439883-C206-BD69-BA29-7FD62AD741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45628F-B6C1-4C79-AD8D-8FF771F787A1}" type="slidenum">
              <a:rPr lang="en-US" smtClean="0"/>
              <a:t>‹#›</a:t>
            </a:fld>
            <a:endParaRPr lang="en-US"/>
          </a:p>
        </p:txBody>
      </p:sp>
    </p:spTree>
    <p:extLst>
      <p:ext uri="{BB962C8B-B14F-4D97-AF65-F5344CB8AC3E}">
        <p14:creationId xmlns:p14="http://schemas.microsoft.com/office/powerpoint/2010/main" val="1236538947"/>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866358"/>
      </p:ext>
    </p:extLst>
  </p:cSld>
  <p:clrMap bg1="lt1" tx1="dk1" bg2="lt2" tx2="dk2" accent1="accent1" accent2="accent2" accent3="accent3" accent4="accent4" accent5="accent5" accent6="accent6" hlink="hlink" folHlink="folHlink"/>
  <p:sldLayoutIdLst>
    <p:sldLayoutId id="214748386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2.xml"/></Relationships>
</file>

<file path=ppt/slides/_rels/slide5.xml.rels><?xml version="1.0" encoding="UTF-8" standalone="yes"?>
<Relationships xmlns="http://schemas.openxmlformats.org/package/2006/relationships"><Relationship Id="rId8" Type="http://schemas.openxmlformats.org/officeDocument/2006/relationships/image" Target="../media/image14.emf"/><Relationship Id="rId3" Type="http://schemas.microsoft.com/office/2018/10/relationships/comments" Target="../comments/modernComment_7FFFD3CA_5B2B1BB6.xml"/><Relationship Id="rId7"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2.emf"/><Relationship Id="rId5" Type="http://schemas.openxmlformats.org/officeDocument/2006/relationships/image" Target="../media/image11.jpeg"/><Relationship Id="rId10" Type="http://schemas.openxmlformats.org/officeDocument/2006/relationships/chart" Target="../charts/chart1.xml"/><Relationship Id="rId4" Type="http://schemas.openxmlformats.org/officeDocument/2006/relationships/image" Target="../media/image10.png"/><Relationship Id="rId9" Type="http://schemas.openxmlformats.org/officeDocument/2006/relationships/image" Target="../media/image15.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59;p1">
            <a:extLst>
              <a:ext uri="{FF2B5EF4-FFF2-40B4-BE49-F238E27FC236}">
                <a16:creationId xmlns:a16="http://schemas.microsoft.com/office/drawing/2014/main" id="{8BF7C210-0B8A-23A0-9D96-11B680186E10}"/>
              </a:ext>
            </a:extLst>
          </p:cNvPr>
          <p:cNvPicPr preferRelativeResize="0"/>
          <p:nvPr/>
        </p:nvPicPr>
        <p:blipFill>
          <a:blip r:embed="rId2">
            <a:extLst>
              <a:ext uri="{28A0092B-C50C-407E-A947-70E740481C1C}">
                <a14:useLocalDpi xmlns:a14="http://schemas.microsoft.com/office/drawing/2010/main" val="0"/>
              </a:ext>
            </a:extLst>
          </a:blip>
          <a:srcRect l="87" t="5960" r="-87" b="24002"/>
          <a:stretch>
            <a:fillRect/>
          </a:stretch>
        </p:blipFill>
        <p:spPr>
          <a:xfrm>
            <a:off x="0" y="0"/>
            <a:ext cx="12197528" cy="6514798"/>
          </a:xfrm>
          <a:prstGeom prst="rect">
            <a:avLst/>
          </a:prstGeom>
          <a:noFill/>
          <a:ln>
            <a:noFill/>
          </a:ln>
        </p:spPr>
      </p:pic>
      <p:sp>
        <p:nvSpPr>
          <p:cNvPr id="4" name="Google Shape;162;p1">
            <a:extLst>
              <a:ext uri="{FF2B5EF4-FFF2-40B4-BE49-F238E27FC236}">
                <a16:creationId xmlns:a16="http://schemas.microsoft.com/office/drawing/2014/main" id="{9135076E-3C74-89CC-8D1F-D0FE7DA4F686}"/>
              </a:ext>
            </a:extLst>
          </p:cNvPr>
          <p:cNvSpPr txBox="1"/>
          <p:nvPr/>
        </p:nvSpPr>
        <p:spPr>
          <a:xfrm>
            <a:off x="2130896" y="6514798"/>
            <a:ext cx="8674126" cy="338514"/>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chemeClr val="bg1"/>
                </a:solidFill>
                <a:effectLst/>
                <a:uLnTx/>
                <a:uFillTx/>
                <a:latin typeface="Calibri"/>
                <a:ea typeface="Calibri"/>
                <a:cs typeface="Calibri"/>
                <a:sym typeface="Calibri"/>
              </a:rPr>
              <a:t>Sector Website: </a:t>
            </a:r>
            <a:r>
              <a:rPr kumimoji="0" lang="en-US" sz="1600" b="0" i="0" u="sng" strike="noStrike" kern="0" cap="none" spc="0" normalizeH="0" baseline="0" noProof="0">
                <a:ln>
                  <a:noFill/>
                </a:ln>
                <a:solidFill>
                  <a:schemeClr val="bg1"/>
                </a:solidFill>
                <a:effectLst/>
                <a:uLnTx/>
                <a:uFillTx/>
                <a:latin typeface="Calibri"/>
                <a:ea typeface="Calibri"/>
                <a:cs typeface="Calibri"/>
                <a:sym typeface="Calibri"/>
              </a:rPr>
              <a:t>https://rohingyaresponse.org/sectors/coxs-bazar/shelter-cccm/</a:t>
            </a:r>
            <a:endParaRPr kumimoji="0" sz="1600" b="0" i="0" u="none" strike="noStrike" kern="0" cap="none" spc="0" normalizeH="0" baseline="0" noProof="0">
              <a:ln>
                <a:noFill/>
              </a:ln>
              <a:solidFill>
                <a:schemeClr val="bg1"/>
              </a:solidFill>
              <a:effectLst/>
              <a:uLnTx/>
              <a:uFillTx/>
              <a:latin typeface="Calibri"/>
              <a:ea typeface="Calibri"/>
              <a:cs typeface="Calibri"/>
              <a:sym typeface="Calibri"/>
            </a:endParaRPr>
          </a:p>
        </p:txBody>
      </p:sp>
      <p:pic>
        <p:nvPicPr>
          <p:cNvPr id="9" name="Picture 8">
            <a:extLst>
              <a:ext uri="{FF2B5EF4-FFF2-40B4-BE49-F238E27FC236}">
                <a16:creationId xmlns:a16="http://schemas.microsoft.com/office/drawing/2014/main" id="{35890891-2F10-1CAE-DD63-9231C6D7BFB0}"/>
              </a:ext>
            </a:extLst>
          </p:cNvPr>
          <p:cNvPicPr>
            <a:picLocks noChangeAspect="1"/>
          </p:cNvPicPr>
          <p:nvPr/>
        </p:nvPicPr>
        <p:blipFill>
          <a:blip r:embed="rId3">
            <a:extLst>
              <a:ext uri="{28A0092B-C50C-407E-A947-70E740481C1C}">
                <a14:useLocalDpi xmlns:a14="http://schemas.microsoft.com/office/drawing/2010/main" val="0"/>
              </a:ext>
            </a:extLst>
          </a:blip>
          <a:srcRect l="13189" t="17886" r="21000" b="18980"/>
          <a:stretch>
            <a:fillRect/>
          </a:stretch>
        </p:blipFill>
        <p:spPr>
          <a:xfrm>
            <a:off x="0" y="-44806"/>
            <a:ext cx="1426464" cy="751947"/>
          </a:xfrm>
          <a:prstGeom prst="rect">
            <a:avLst/>
          </a:prstGeom>
        </p:spPr>
      </p:pic>
      <p:sp>
        <p:nvSpPr>
          <p:cNvPr id="11" name="Google Shape;161;p1">
            <a:extLst>
              <a:ext uri="{FF2B5EF4-FFF2-40B4-BE49-F238E27FC236}">
                <a16:creationId xmlns:a16="http://schemas.microsoft.com/office/drawing/2014/main" id="{7F2C16A8-6523-A75E-0D58-206D0BD29600}"/>
              </a:ext>
            </a:extLst>
          </p:cNvPr>
          <p:cNvSpPr txBox="1">
            <a:spLocks/>
          </p:cNvSpPr>
          <p:nvPr/>
        </p:nvSpPr>
        <p:spPr>
          <a:xfrm>
            <a:off x="514349" y="1611972"/>
            <a:ext cx="11163302" cy="2224355"/>
          </a:xfrm>
          <a:prstGeom prst="rect">
            <a:avLst/>
          </a:prstGeom>
          <a:solidFill>
            <a:schemeClr val="accent5">
              <a:lumMod val="20000"/>
              <a:lumOff val="80000"/>
              <a:alpha val="41000"/>
            </a:schemeClr>
          </a:solidFill>
          <a:ln>
            <a:noFill/>
          </a:ln>
          <a:effectLst>
            <a:outerShdw blurRad="50800" dist="50800" dir="5400000" algn="ctr" rotWithShape="0">
              <a:srgbClr val="000000"/>
            </a:outerShdw>
          </a:effectLst>
        </p:spPr>
        <p:txBody>
          <a:bodyPr spcFirstLastPara="1" wrap="square" lIns="91425" tIns="45700" rIns="91425" bIns="4570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spcBef>
                <a:spcPts val="0"/>
              </a:spcBef>
              <a:buClr>
                <a:schemeClr val="dk1"/>
              </a:buClr>
              <a:buSzPts val="4400"/>
            </a:pPr>
            <a:r>
              <a:rPr lang="en-US" sz="3200" b="1" dirty="0">
                <a:latin typeface="Bookman Old Style" panose="02050604050505020204" pitchFamily="18" charset="0"/>
                <a:ea typeface="Calibri Light"/>
                <a:cs typeface="Calibri Light"/>
                <a:sym typeface="Calibri"/>
              </a:rPr>
              <a:t> SCCCM Sector Coordination Meeting </a:t>
            </a:r>
            <a:br>
              <a:rPr lang="en-US" sz="3200" b="1" dirty="0">
                <a:latin typeface="Bookman Old Style" panose="02050604050505020204" pitchFamily="18" charset="0"/>
                <a:cs typeface="Calibri Light" panose="020F0302020204030204" pitchFamily="34" charset="0"/>
              </a:rPr>
            </a:br>
            <a:r>
              <a:rPr lang="en-US" sz="3200" b="1" dirty="0">
                <a:latin typeface="Bookman Old Style" panose="02050604050505020204" pitchFamily="18" charset="0"/>
                <a:ea typeface="Calibri Light"/>
                <a:cs typeface="Calibri Light"/>
                <a:sym typeface="Calibri"/>
              </a:rPr>
              <a:t>Date: Monday, 31</a:t>
            </a:r>
            <a:r>
              <a:rPr lang="en-US" sz="3200" b="1" baseline="30000" dirty="0">
                <a:latin typeface="Bookman Old Style" panose="02050604050505020204" pitchFamily="18" charset="0"/>
                <a:ea typeface="Calibri Light"/>
                <a:cs typeface="Calibri Light"/>
                <a:sym typeface="Calibri"/>
              </a:rPr>
              <a:t>st</a:t>
            </a:r>
            <a:r>
              <a:rPr lang="en-US" sz="3200" b="1" dirty="0">
                <a:latin typeface="Bookman Old Style" panose="02050604050505020204" pitchFamily="18" charset="0"/>
                <a:ea typeface="Calibri Light"/>
                <a:cs typeface="Calibri Light"/>
                <a:sym typeface="Calibri"/>
              </a:rPr>
              <a:t> of August 2026, 10:30 am</a:t>
            </a:r>
            <a:br>
              <a:rPr lang="en-US" sz="3200" b="1" dirty="0">
                <a:latin typeface="Bookman Old Style" panose="02050604050505020204" pitchFamily="18" charset="0"/>
                <a:cs typeface="Calibri Light" panose="020F0302020204030204" pitchFamily="34" charset="0"/>
              </a:rPr>
            </a:br>
            <a:r>
              <a:rPr lang="en-US" sz="3200" b="1" dirty="0">
                <a:latin typeface="Bookman Old Style" panose="02050604050505020204" pitchFamily="18" charset="0"/>
                <a:ea typeface="Calibri Light"/>
                <a:cs typeface="Calibri Light"/>
                <a:sym typeface="Calibri"/>
              </a:rPr>
              <a:t>Venue: RCP Main Conference Room</a:t>
            </a:r>
          </a:p>
        </p:txBody>
      </p:sp>
      <p:pic>
        <p:nvPicPr>
          <p:cNvPr id="3" name="Picture 2" descr="A blue and white text on a black background&#10;&#10;AI-generated content may be incorrect.">
            <a:extLst>
              <a:ext uri="{FF2B5EF4-FFF2-40B4-BE49-F238E27FC236}">
                <a16:creationId xmlns:a16="http://schemas.microsoft.com/office/drawing/2014/main" id="{5BE66C48-961D-1FFC-7AAA-6CD7EFD094F9}"/>
              </a:ext>
            </a:extLst>
          </p:cNvPr>
          <p:cNvPicPr>
            <a:picLocks noChangeAspect="1"/>
          </p:cNvPicPr>
          <p:nvPr/>
        </p:nvPicPr>
        <p:blipFill>
          <a:blip r:embed="rId4">
            <a:extLst>
              <a:ext uri="{28A0092B-C50C-407E-A947-70E740481C1C}">
                <a14:useLocalDpi xmlns:a14="http://schemas.microsoft.com/office/drawing/2010/main" val="0"/>
              </a:ext>
            </a:extLst>
          </a:blip>
          <a:srcRect b="16507"/>
          <a:stretch>
            <a:fillRect/>
          </a:stretch>
        </p:blipFill>
        <p:spPr>
          <a:xfrm>
            <a:off x="10322103" y="0"/>
            <a:ext cx="1869897" cy="625760"/>
          </a:xfrm>
          <a:prstGeom prst="rect">
            <a:avLst/>
          </a:prstGeom>
        </p:spPr>
      </p:pic>
    </p:spTree>
    <p:extLst>
      <p:ext uri="{BB962C8B-B14F-4D97-AF65-F5344CB8AC3E}">
        <p14:creationId xmlns:p14="http://schemas.microsoft.com/office/powerpoint/2010/main" val="1476350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AD1C10-0505-9F75-7C37-C0D15E692AB6}"/>
              </a:ext>
            </a:extLst>
          </p:cNvPr>
          <p:cNvSpPr/>
          <p:nvPr/>
        </p:nvSpPr>
        <p:spPr>
          <a:xfrm>
            <a:off x="0" y="0"/>
            <a:ext cx="12192000" cy="561975"/>
          </a:xfrm>
          <a:prstGeom prst="rect">
            <a:avLst/>
          </a:prstGeom>
          <a:solidFill>
            <a:srgbClr val="1B65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a:t>Agenda</a:t>
            </a:r>
          </a:p>
        </p:txBody>
      </p:sp>
      <p:sp>
        <p:nvSpPr>
          <p:cNvPr id="4" name="Rectangle 3">
            <a:extLst>
              <a:ext uri="{FF2B5EF4-FFF2-40B4-BE49-F238E27FC236}">
                <a16:creationId xmlns:a16="http://schemas.microsoft.com/office/drawing/2014/main" id="{33C6B420-20C3-7D6E-7ED6-DCEA79F44EF3}"/>
              </a:ext>
            </a:extLst>
          </p:cNvPr>
          <p:cNvSpPr/>
          <p:nvPr/>
        </p:nvSpPr>
        <p:spPr>
          <a:xfrm>
            <a:off x="86955" y="685613"/>
            <a:ext cx="6410329" cy="56866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numCol="1" rtlCol="0" anchor="ctr"/>
          <a:lstStyle/>
          <a:p>
            <a:pPr marL="342900" indent="-342900">
              <a:lnSpc>
                <a:spcPct val="150000"/>
              </a:lnSpc>
              <a:buFont typeface="+mj-lt"/>
              <a:buAutoNum type="arabicPeriod"/>
            </a:pPr>
            <a:r>
              <a:rPr lang="en-US">
                <a:solidFill>
                  <a:schemeClr val="tx1"/>
                </a:solidFill>
              </a:rPr>
              <a:t>Opening &amp; </a:t>
            </a:r>
            <a:r>
              <a:rPr lang="en-US" b="1">
                <a:solidFill>
                  <a:schemeClr val="tx1"/>
                </a:solidFill>
              </a:rPr>
              <a:t>General Updates - </a:t>
            </a:r>
            <a:r>
              <a:rPr lang="en-US">
                <a:solidFill>
                  <a:schemeClr val="tx1"/>
                </a:solidFill>
              </a:rPr>
              <a:t>Action points from last meeting </a:t>
            </a:r>
          </a:p>
          <a:p>
            <a:pPr marL="342900" indent="-342900">
              <a:lnSpc>
                <a:spcPct val="150000"/>
              </a:lnSpc>
              <a:buFont typeface="+mj-lt"/>
              <a:buAutoNum type="arabicPeriod"/>
            </a:pPr>
            <a:r>
              <a:rPr lang="en-US" b="1">
                <a:solidFill>
                  <a:schemeClr val="tx1"/>
                </a:solidFill>
              </a:rPr>
              <a:t>Funding Analysis </a:t>
            </a:r>
            <a:r>
              <a:rPr lang="en-US">
                <a:solidFill>
                  <a:schemeClr val="tx1"/>
                </a:solidFill>
              </a:rPr>
              <a:t>for 2026</a:t>
            </a:r>
          </a:p>
          <a:p>
            <a:pPr marL="342900" indent="-342900">
              <a:lnSpc>
                <a:spcPct val="150000"/>
              </a:lnSpc>
              <a:buFont typeface="+mj-lt"/>
              <a:buAutoNum type="arabicPeriod"/>
            </a:pPr>
            <a:r>
              <a:rPr lang="en-US" b="1">
                <a:solidFill>
                  <a:schemeClr val="tx1"/>
                </a:solidFill>
              </a:rPr>
              <a:t>SMART</a:t>
            </a:r>
            <a:r>
              <a:rPr lang="en-US">
                <a:solidFill>
                  <a:schemeClr val="tx1"/>
                </a:solidFill>
              </a:rPr>
              <a:t> Updates</a:t>
            </a:r>
          </a:p>
          <a:p>
            <a:pPr marL="342900" indent="-342900" fontAlgn="base">
              <a:lnSpc>
                <a:spcPct val="150000"/>
              </a:lnSpc>
              <a:buFont typeface="+mj-lt"/>
              <a:buAutoNum type="arabicPeriod"/>
            </a:pPr>
            <a:r>
              <a:rPr lang="en-US">
                <a:solidFill>
                  <a:schemeClr val="tx1"/>
                </a:solidFill>
              </a:rPr>
              <a:t>CBI-</a:t>
            </a:r>
            <a:r>
              <a:rPr lang="en-US" b="1">
                <a:solidFill>
                  <a:schemeClr val="tx1"/>
                </a:solidFill>
              </a:rPr>
              <a:t>NFI</a:t>
            </a:r>
            <a:r>
              <a:rPr lang="en-US">
                <a:solidFill>
                  <a:schemeClr val="tx1"/>
                </a:solidFill>
              </a:rPr>
              <a:t> Approach</a:t>
            </a:r>
          </a:p>
          <a:p>
            <a:pPr marL="342900" indent="-342900" fontAlgn="base">
              <a:lnSpc>
                <a:spcPct val="150000"/>
              </a:lnSpc>
              <a:buFont typeface="+mj-lt"/>
              <a:buAutoNum type="arabicPeriod"/>
            </a:pPr>
            <a:r>
              <a:rPr lang="en-US">
                <a:solidFill>
                  <a:schemeClr val="tx1"/>
                </a:solidFill>
              </a:rPr>
              <a:t>Road Traffic Accident (</a:t>
            </a:r>
            <a:r>
              <a:rPr lang="en-US" b="1">
                <a:solidFill>
                  <a:schemeClr val="tx1"/>
                </a:solidFill>
              </a:rPr>
              <a:t>RTA</a:t>
            </a:r>
            <a:r>
              <a:rPr lang="en-US">
                <a:solidFill>
                  <a:schemeClr val="tx1"/>
                </a:solidFill>
              </a:rPr>
              <a:t>)</a:t>
            </a:r>
          </a:p>
          <a:p>
            <a:pPr marL="800100" lvl="1" indent="-342900">
              <a:lnSpc>
                <a:spcPct val="150000"/>
              </a:lnSpc>
              <a:buFont typeface="Arial" panose="020B0604020202020204" pitchFamily="34" charset="0"/>
              <a:buChar char="•"/>
            </a:pPr>
            <a:r>
              <a:rPr lang="en-US">
                <a:solidFill>
                  <a:schemeClr val="tx1"/>
                </a:solidFill>
              </a:rPr>
              <a:t>JRP 2027</a:t>
            </a:r>
          </a:p>
          <a:p>
            <a:pPr marL="800100" lvl="1" indent="-342900" fontAlgn="base">
              <a:lnSpc>
                <a:spcPct val="150000"/>
              </a:lnSpc>
              <a:buFont typeface="Arial" panose="020B0604020202020204" pitchFamily="34" charset="0"/>
              <a:buChar char="•"/>
            </a:pPr>
            <a:r>
              <a:rPr lang="en-US">
                <a:solidFill>
                  <a:schemeClr val="tx1"/>
                </a:solidFill>
              </a:rPr>
              <a:t>Awareness Campaign</a:t>
            </a:r>
          </a:p>
          <a:p>
            <a:pPr marL="800100" lvl="1" indent="-342900" fontAlgn="base">
              <a:lnSpc>
                <a:spcPct val="150000"/>
              </a:lnSpc>
              <a:buFont typeface="Arial" panose="020B0604020202020204" pitchFamily="34" charset="0"/>
              <a:buChar char="•"/>
            </a:pPr>
            <a:r>
              <a:rPr lang="en-US">
                <a:solidFill>
                  <a:schemeClr val="tx1"/>
                </a:solidFill>
              </a:rPr>
              <a:t>Initiative - Ongoing</a:t>
            </a:r>
          </a:p>
          <a:p>
            <a:pPr marL="800100" lvl="1" indent="-342900">
              <a:lnSpc>
                <a:spcPct val="150000"/>
              </a:lnSpc>
              <a:buFont typeface="Arial" panose="020B0604020202020204" pitchFamily="34" charset="0"/>
              <a:buChar char="•"/>
            </a:pPr>
            <a:r>
              <a:rPr lang="en-US">
                <a:solidFill>
                  <a:schemeClr val="tx1"/>
                </a:solidFill>
              </a:rPr>
              <a:t>Challenges</a:t>
            </a:r>
          </a:p>
          <a:p>
            <a:pPr marL="342900" indent="-342900" fontAlgn="base">
              <a:lnSpc>
                <a:spcPct val="150000"/>
              </a:lnSpc>
              <a:buFont typeface="+mj-lt"/>
              <a:buAutoNum type="arabicPeriod"/>
            </a:pPr>
            <a:r>
              <a:rPr lang="en-US">
                <a:solidFill>
                  <a:schemeClr val="tx1"/>
                </a:solidFill>
              </a:rPr>
              <a:t>Shelter Updates</a:t>
            </a:r>
          </a:p>
          <a:p>
            <a:pPr marL="800100" lvl="1" indent="-342900">
              <a:lnSpc>
                <a:spcPct val="150000"/>
              </a:lnSpc>
              <a:buFont typeface="Arial" panose="020B0604020202020204" pitchFamily="34" charset="0"/>
              <a:buChar char="•"/>
            </a:pPr>
            <a:r>
              <a:rPr lang="en-US" b="1">
                <a:solidFill>
                  <a:schemeClr val="tx1"/>
                </a:solidFill>
              </a:rPr>
              <a:t>ESK Development </a:t>
            </a:r>
            <a:r>
              <a:rPr lang="en-US">
                <a:solidFill>
                  <a:schemeClr val="tx1"/>
                </a:solidFill>
              </a:rPr>
              <a:t>Updates</a:t>
            </a:r>
          </a:p>
          <a:p>
            <a:pPr marL="800100" lvl="1" indent="-342900">
              <a:lnSpc>
                <a:spcPct val="150000"/>
              </a:lnSpc>
              <a:buFont typeface="Arial" panose="020B0604020202020204" pitchFamily="34" charset="0"/>
              <a:buChar char="•"/>
            </a:pPr>
            <a:r>
              <a:rPr lang="en-US" b="1">
                <a:solidFill>
                  <a:schemeClr val="tx1"/>
                </a:solidFill>
              </a:rPr>
              <a:t>Harmonization of Mid-Term Shelter </a:t>
            </a:r>
            <a:r>
              <a:rPr lang="en-US">
                <a:solidFill>
                  <a:schemeClr val="tx1"/>
                </a:solidFill>
              </a:rPr>
              <a:t>Activities</a:t>
            </a:r>
          </a:p>
          <a:p>
            <a:pPr marL="914400" lvl="1" indent="-457200">
              <a:lnSpc>
                <a:spcPct val="150000"/>
              </a:lnSpc>
              <a:buFont typeface="+mj-lt"/>
              <a:buAutoNum type="arabicPeriod"/>
            </a:pPr>
            <a:endParaRPr lang="en-US" sz="2400">
              <a:solidFill>
                <a:schemeClr val="tx1"/>
              </a:solidFill>
              <a:latin typeface="Calibri" panose="020F0502020204030204" pitchFamily="34" charset="0"/>
            </a:endParaRPr>
          </a:p>
        </p:txBody>
      </p:sp>
      <p:cxnSp>
        <p:nvCxnSpPr>
          <p:cNvPr id="5" name="Straight Connector 4">
            <a:extLst>
              <a:ext uri="{FF2B5EF4-FFF2-40B4-BE49-F238E27FC236}">
                <a16:creationId xmlns:a16="http://schemas.microsoft.com/office/drawing/2014/main" id="{B2FBB0C2-99E4-3572-946F-7AA22FBBBD8E}"/>
              </a:ext>
            </a:extLst>
          </p:cNvPr>
          <p:cNvCxnSpPr>
            <a:cxnSpLocks/>
          </p:cNvCxnSpPr>
          <p:nvPr/>
        </p:nvCxnSpPr>
        <p:spPr>
          <a:xfrm>
            <a:off x="6381757" y="904642"/>
            <a:ext cx="0" cy="5029433"/>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a:extLst>
              <a:ext uri="{FF2B5EF4-FFF2-40B4-BE49-F238E27FC236}">
                <a16:creationId xmlns:a16="http://schemas.microsoft.com/office/drawing/2014/main" id="{57C60FAE-E845-C71A-92D3-E327CB9A02C8}"/>
              </a:ext>
            </a:extLst>
          </p:cNvPr>
          <p:cNvSpPr txBox="1"/>
          <p:nvPr/>
        </p:nvSpPr>
        <p:spPr>
          <a:xfrm>
            <a:off x="6497284" y="789299"/>
            <a:ext cx="5694716" cy="5035353"/>
          </a:xfrm>
          <a:prstGeom prst="rect">
            <a:avLst/>
          </a:prstGeom>
          <a:noFill/>
        </p:spPr>
        <p:txBody>
          <a:bodyPr wrap="square" rtlCol="0">
            <a:spAutoFit/>
          </a:bodyPr>
          <a:lstStyle/>
          <a:p>
            <a:pPr>
              <a:lnSpc>
                <a:spcPct val="150000"/>
              </a:lnSpc>
            </a:pPr>
            <a:r>
              <a:rPr lang="en-US"/>
              <a:t>7. JRP 2027 </a:t>
            </a:r>
            <a:r>
              <a:rPr lang="en-US" b="1"/>
              <a:t>Data Needs</a:t>
            </a:r>
          </a:p>
          <a:p>
            <a:pPr marL="800100" lvl="1" indent="-342900">
              <a:lnSpc>
                <a:spcPct val="150000"/>
              </a:lnSpc>
              <a:buFont typeface="Arial" panose="020B0604020202020204" pitchFamily="34" charset="0"/>
              <a:buChar char="•"/>
            </a:pPr>
            <a:r>
              <a:rPr lang="en-US" b="1"/>
              <a:t>ISNA</a:t>
            </a:r>
            <a:r>
              <a:rPr lang="en-US"/>
              <a:t> 2026</a:t>
            </a:r>
          </a:p>
          <a:p>
            <a:pPr marL="800100" lvl="1" indent="-342900">
              <a:lnSpc>
                <a:spcPct val="150000"/>
              </a:lnSpc>
              <a:buFont typeface="Arial" panose="020B0604020202020204" pitchFamily="34" charset="0"/>
              <a:buChar char="•"/>
            </a:pPr>
            <a:r>
              <a:rPr lang="en-US" b="1"/>
              <a:t>Shelter Inventory </a:t>
            </a:r>
            <a:r>
              <a:rPr lang="en-US"/>
              <a:t>Update</a:t>
            </a:r>
          </a:p>
          <a:p>
            <a:pPr marL="800100" lvl="1" indent="-342900" fontAlgn="base">
              <a:lnSpc>
                <a:spcPct val="150000"/>
              </a:lnSpc>
              <a:buFont typeface="Arial" panose="020B0604020202020204" pitchFamily="34" charset="0"/>
              <a:buChar char="•"/>
            </a:pPr>
            <a:r>
              <a:rPr lang="en-US" b="1"/>
              <a:t>SPSD</a:t>
            </a:r>
            <a:r>
              <a:rPr lang="en-US"/>
              <a:t> - UNHCR to provide updates by 30 June 2026</a:t>
            </a:r>
          </a:p>
          <a:p>
            <a:pPr>
              <a:lnSpc>
                <a:spcPct val="150000"/>
              </a:lnSpc>
            </a:pPr>
            <a:r>
              <a:rPr lang="en-US"/>
              <a:t>8. </a:t>
            </a:r>
            <a:r>
              <a:rPr lang="en-US" b="1" err="1"/>
              <a:t>Bhasan</a:t>
            </a:r>
            <a:r>
              <a:rPr lang="en-US"/>
              <a:t> </a:t>
            </a:r>
            <a:r>
              <a:rPr lang="en-US" b="1"/>
              <a:t>Char</a:t>
            </a:r>
            <a:r>
              <a:rPr lang="en-US"/>
              <a:t> Challenges and Achievements</a:t>
            </a:r>
          </a:p>
          <a:p>
            <a:pPr fontAlgn="base">
              <a:lnSpc>
                <a:spcPct val="150000"/>
              </a:lnSpc>
            </a:pPr>
            <a:r>
              <a:rPr lang="en-US"/>
              <a:t>9. </a:t>
            </a:r>
            <a:r>
              <a:rPr lang="en-US" b="1"/>
              <a:t>HLP</a:t>
            </a:r>
            <a:r>
              <a:rPr lang="en-US"/>
              <a:t> Update</a:t>
            </a:r>
          </a:p>
          <a:p>
            <a:pPr fontAlgn="base">
              <a:lnSpc>
                <a:spcPct val="150000"/>
              </a:lnSpc>
            </a:pPr>
            <a:r>
              <a:rPr lang="en-US"/>
              <a:t>10. </a:t>
            </a:r>
            <a:r>
              <a:rPr lang="en-US" b="1"/>
              <a:t>EEN</a:t>
            </a:r>
            <a:r>
              <a:rPr lang="en-US"/>
              <a:t> Update</a:t>
            </a:r>
          </a:p>
          <a:p>
            <a:pPr fontAlgn="base">
              <a:lnSpc>
                <a:spcPct val="150000"/>
              </a:lnSpc>
            </a:pPr>
            <a:r>
              <a:rPr lang="en-US"/>
              <a:t>11. </a:t>
            </a:r>
            <a:r>
              <a:rPr lang="en-US" b="1"/>
              <a:t>PSEA</a:t>
            </a:r>
            <a:r>
              <a:rPr lang="en-US"/>
              <a:t> Update</a:t>
            </a:r>
          </a:p>
          <a:p>
            <a:pPr>
              <a:lnSpc>
                <a:spcPct val="150000"/>
              </a:lnSpc>
            </a:pPr>
            <a:r>
              <a:rPr lang="en-US"/>
              <a:t>12. Emergency Preparedness and Response (</a:t>
            </a:r>
            <a:r>
              <a:rPr lang="en-US" b="1"/>
              <a:t>EPR</a:t>
            </a:r>
            <a:r>
              <a:rPr lang="en-US"/>
              <a:t>) Update</a:t>
            </a:r>
          </a:p>
          <a:p>
            <a:pPr marL="742950" lvl="1" indent="-285750" fontAlgn="base">
              <a:lnSpc>
                <a:spcPct val="150000"/>
              </a:lnSpc>
              <a:buFont typeface="Arial" panose="020B0604020202020204" pitchFamily="34" charset="0"/>
              <a:buChar char="•"/>
            </a:pPr>
            <a:r>
              <a:rPr lang="en-US"/>
              <a:t>El Nino</a:t>
            </a:r>
          </a:p>
          <a:p>
            <a:pPr marL="742950" lvl="1" indent="-285750" fontAlgn="base">
              <a:lnSpc>
                <a:spcPct val="150000"/>
              </a:lnSpc>
              <a:buFont typeface="Arial" panose="020B0604020202020204" pitchFamily="34" charset="0"/>
              <a:buChar char="•"/>
            </a:pPr>
            <a:r>
              <a:rPr lang="en-US"/>
              <a:t>Weather Forecasting and Preparedness Measures</a:t>
            </a:r>
          </a:p>
          <a:p>
            <a:pPr fontAlgn="base">
              <a:lnSpc>
                <a:spcPct val="150000"/>
              </a:lnSpc>
            </a:pPr>
            <a:r>
              <a:rPr lang="en-US"/>
              <a:t>13. </a:t>
            </a:r>
            <a:r>
              <a:rPr lang="en-US" err="1"/>
              <a:t>AoB</a:t>
            </a:r>
            <a:endParaRPr lang="en-US"/>
          </a:p>
        </p:txBody>
      </p:sp>
    </p:spTree>
    <p:extLst>
      <p:ext uri="{BB962C8B-B14F-4D97-AF65-F5344CB8AC3E}">
        <p14:creationId xmlns:p14="http://schemas.microsoft.com/office/powerpoint/2010/main" val="3224033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65BF0D-50E4-B58A-1A8E-DC845AB0723A}"/>
              </a:ext>
            </a:extLst>
          </p:cNvPr>
          <p:cNvSpPr/>
          <p:nvPr/>
        </p:nvSpPr>
        <p:spPr>
          <a:xfrm>
            <a:off x="0" y="0"/>
            <a:ext cx="12192000" cy="561975"/>
          </a:xfrm>
          <a:prstGeom prst="rect">
            <a:avLst/>
          </a:prstGeom>
          <a:solidFill>
            <a:srgbClr val="1B65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a:t>Action points from last meeting</a:t>
            </a:r>
          </a:p>
        </p:txBody>
      </p:sp>
      <p:graphicFrame>
        <p:nvGraphicFramePr>
          <p:cNvPr id="18" name="Table 17">
            <a:extLst>
              <a:ext uri="{FF2B5EF4-FFF2-40B4-BE49-F238E27FC236}">
                <a16:creationId xmlns:a16="http://schemas.microsoft.com/office/drawing/2014/main" id="{4645AD45-CEC4-9E13-DD04-60569B75F35B}"/>
              </a:ext>
            </a:extLst>
          </p:cNvPr>
          <p:cNvGraphicFramePr>
            <a:graphicFrameLocks noGrp="1"/>
          </p:cNvGraphicFramePr>
          <p:nvPr>
            <p:extLst>
              <p:ext uri="{D42A27DB-BD31-4B8C-83A1-F6EECF244321}">
                <p14:modId xmlns:p14="http://schemas.microsoft.com/office/powerpoint/2010/main" val="3306438600"/>
              </p:ext>
            </p:extLst>
          </p:nvPr>
        </p:nvGraphicFramePr>
        <p:xfrm>
          <a:off x="76200" y="725396"/>
          <a:ext cx="12039600" cy="4921453"/>
        </p:xfrm>
        <a:graphic>
          <a:graphicData uri="http://schemas.openxmlformats.org/drawingml/2006/table">
            <a:tbl>
              <a:tblPr/>
              <a:tblGrid>
                <a:gridCol w="306742">
                  <a:extLst>
                    <a:ext uri="{9D8B030D-6E8A-4147-A177-3AD203B41FA5}">
                      <a16:colId xmlns:a16="http://schemas.microsoft.com/office/drawing/2014/main" val="1346785083"/>
                    </a:ext>
                  </a:extLst>
                </a:gridCol>
                <a:gridCol w="8805989">
                  <a:extLst>
                    <a:ext uri="{9D8B030D-6E8A-4147-A177-3AD203B41FA5}">
                      <a16:colId xmlns:a16="http://schemas.microsoft.com/office/drawing/2014/main" val="123467943"/>
                    </a:ext>
                  </a:extLst>
                </a:gridCol>
                <a:gridCol w="2926869">
                  <a:extLst>
                    <a:ext uri="{9D8B030D-6E8A-4147-A177-3AD203B41FA5}">
                      <a16:colId xmlns:a16="http://schemas.microsoft.com/office/drawing/2014/main" val="1920930057"/>
                    </a:ext>
                  </a:extLst>
                </a:gridCol>
              </a:tblGrid>
              <a:tr h="340571">
                <a:tc>
                  <a:txBody>
                    <a:bodyPr/>
                    <a:lstStyle/>
                    <a:p>
                      <a:pPr algn="l" rtl="0" fontAlgn="ctr">
                        <a:buNone/>
                      </a:pPr>
                      <a:r>
                        <a:rPr lang="en-US" sz="1600" b="1" i="0" u="none" strike="noStrike">
                          <a:solidFill>
                            <a:srgbClr val="FFFFFF"/>
                          </a:solidFill>
                          <a:effectLst/>
                          <a:latin typeface="Calibri" panose="020F0502020204030204" pitchFamily="34" charset="0"/>
                        </a:rPr>
                        <a:t>Sl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rtl="0" fontAlgn="ctr">
                        <a:buNone/>
                      </a:pPr>
                      <a:r>
                        <a:rPr lang="en-US" sz="1600" b="1" i="0" u="none" strike="noStrike">
                          <a:solidFill>
                            <a:srgbClr val="FFFFFF"/>
                          </a:solidFill>
                          <a:effectLst/>
                          <a:latin typeface="Calibri" panose="020F0502020204030204" pitchFamily="34" charset="0"/>
                        </a:rPr>
                        <a:t>Action Point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rtl="0" fontAlgn="ctr">
                        <a:buNone/>
                      </a:pPr>
                      <a:r>
                        <a:rPr lang="en-US" sz="1600" b="1" i="0" u="none" strike="noStrike">
                          <a:solidFill>
                            <a:srgbClr val="FFFFFF"/>
                          </a:solidFill>
                          <a:effectLst/>
                          <a:latin typeface="Calibri" panose="020F0502020204030204" pitchFamily="34" charset="0"/>
                        </a:rPr>
                        <a:t>Lead / Status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3593367238"/>
                  </a:ext>
                </a:extLst>
              </a:tr>
              <a:tr h="340571">
                <a:tc>
                  <a:txBody>
                    <a:bodyPr/>
                    <a:lstStyle/>
                    <a:p>
                      <a:pPr algn="l" rtl="0" fontAlgn="ctr">
                        <a:buNone/>
                      </a:pPr>
                      <a:r>
                        <a:rPr lang="en-US" sz="1600" b="0" i="0" u="none" strike="noStrike">
                          <a:solidFill>
                            <a:srgbClr val="000000"/>
                          </a:solidFill>
                          <a:effectLst/>
                          <a:latin typeface="Calibri" panose="020F0502020204030204" pitchFamily="34" charset="0"/>
                        </a:rPr>
                        <a:t>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Share draft 2026-2027 Shelter Strategy for partner comments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Shelter WG </a:t>
                      </a:r>
                      <a:r>
                        <a:rPr lang="en-US" sz="1600" b="0" i="0" u="none" strike="noStrike">
                          <a:solidFill>
                            <a:srgbClr val="000000"/>
                          </a:solidFill>
                          <a:effectLst/>
                          <a:highlight>
                            <a:srgbClr val="FFFF00"/>
                          </a:highlight>
                          <a:latin typeface="Calibri" panose="020F0502020204030204" pitchFamily="34" charset="0"/>
                        </a:rPr>
                        <a:t>/ On going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413951353"/>
                  </a:ext>
                </a:extLst>
              </a:tr>
              <a:tr h="340571">
                <a:tc>
                  <a:txBody>
                    <a:bodyPr/>
                    <a:lstStyle/>
                    <a:p>
                      <a:pPr algn="l" rtl="0" fontAlgn="ctr">
                        <a:buNone/>
                      </a:pPr>
                      <a:r>
                        <a:rPr lang="en-US" sz="1600" b="0" i="0" u="none" strike="noStrike">
                          <a:solidFill>
                            <a:srgbClr val="000000"/>
                          </a:solidFill>
                          <a:effectLst/>
                          <a:latin typeface="Calibri" panose="020F0502020204030204" pitchFamily="34" charset="0"/>
                        </a:rPr>
                        <a:t>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Funding Analysis for Q1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SCCCM Sector </a:t>
                      </a:r>
                      <a:r>
                        <a:rPr lang="en-US" sz="1600" b="0" i="0" u="none" strike="noStrike">
                          <a:solidFill>
                            <a:srgbClr val="000000"/>
                          </a:solidFill>
                          <a:effectLst/>
                          <a:highlight>
                            <a:srgbClr val="00FF00"/>
                          </a:highlight>
                          <a:latin typeface="Calibri" panose="020F0502020204030204" pitchFamily="34" charset="0"/>
                        </a:rPr>
                        <a:t>/ Completed</a:t>
                      </a:r>
                      <a:endParaRPr lang="en-US" sz="16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43076409"/>
                  </a:ext>
                </a:extLst>
              </a:tr>
              <a:tr h="340571">
                <a:tc>
                  <a:txBody>
                    <a:bodyPr/>
                    <a:lstStyle/>
                    <a:p>
                      <a:pPr algn="l" rtl="0" fontAlgn="ctr">
                        <a:buNone/>
                      </a:pPr>
                      <a:r>
                        <a:rPr lang="en-US" sz="1600" b="0" i="0" u="none" strike="noStrike">
                          <a:solidFill>
                            <a:srgbClr val="000000"/>
                          </a:solidFill>
                          <a:effectLst/>
                          <a:latin typeface="Calibri" panose="020F0502020204030204" pitchFamily="34" charset="0"/>
                        </a:rPr>
                        <a:t>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Share draft MSSP strategy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MSSP WG</a:t>
                      </a:r>
                      <a:r>
                        <a:rPr lang="en-US" sz="1600" b="0" i="0" u="none" strike="noStrike">
                          <a:solidFill>
                            <a:srgbClr val="000000"/>
                          </a:solidFill>
                          <a:effectLst/>
                          <a:highlight>
                            <a:srgbClr val="00FF00"/>
                          </a:highlight>
                          <a:latin typeface="Calibri" panose="020F0502020204030204" pitchFamily="34" charset="0"/>
                        </a:rPr>
                        <a:t> / Completed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796326323"/>
                  </a:ext>
                </a:extLst>
              </a:tr>
              <a:tr h="340571">
                <a:tc>
                  <a:txBody>
                    <a:bodyPr/>
                    <a:lstStyle/>
                    <a:p>
                      <a:pPr algn="l" rtl="0" fontAlgn="ctr">
                        <a:buNone/>
                      </a:pPr>
                      <a:r>
                        <a:rPr lang="en-US" sz="1600" b="0" i="0" u="none" strike="noStrike">
                          <a:solidFill>
                            <a:srgbClr val="000000"/>
                          </a:solidFill>
                          <a:effectLst/>
                          <a:latin typeface="Calibri" panose="020F0502020204030204" pitchFamily="34" charset="0"/>
                        </a:rPr>
                        <a:t>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Share updated/finalized </a:t>
                      </a:r>
                      <a:r>
                        <a:rPr lang="en-US" sz="1600" b="0" i="0" u="none" strike="noStrike" err="1">
                          <a:solidFill>
                            <a:srgbClr val="000000"/>
                          </a:solidFill>
                          <a:effectLst/>
                          <a:latin typeface="Calibri" panose="020F0502020204030204" pitchFamily="34" charset="0"/>
                        </a:rPr>
                        <a:t>ToRs</a:t>
                      </a:r>
                      <a:r>
                        <a:rPr lang="en-US" sz="1600" b="0" i="0" u="none" strike="noStrike">
                          <a:solidFill>
                            <a:srgbClr val="000000"/>
                          </a:solidFill>
                          <a:effectLst/>
                          <a:latin typeface="Calibri" panose="020F0502020204030204" pitchFamily="34" charset="0"/>
                        </a:rPr>
                        <a:t> for all working groups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SCCCM Sector </a:t>
                      </a:r>
                      <a:r>
                        <a:rPr lang="en-US" sz="1600" b="0" i="0" u="none" strike="noStrike">
                          <a:solidFill>
                            <a:srgbClr val="000000"/>
                          </a:solidFill>
                          <a:effectLst/>
                          <a:highlight>
                            <a:srgbClr val="FFFF00"/>
                          </a:highlight>
                          <a:latin typeface="Calibri" panose="020F0502020204030204" pitchFamily="34" charset="0"/>
                        </a:rPr>
                        <a:t>/ On going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49550429"/>
                  </a:ext>
                </a:extLst>
              </a:tr>
              <a:tr h="340571">
                <a:tc>
                  <a:txBody>
                    <a:bodyPr/>
                    <a:lstStyle/>
                    <a:p>
                      <a:pPr algn="l" rtl="0" fontAlgn="ctr">
                        <a:buNone/>
                      </a:pPr>
                      <a:r>
                        <a:rPr lang="en-US" sz="1600" b="0" i="0" u="none" strike="noStrike">
                          <a:solidFill>
                            <a:srgbClr val="000000"/>
                          </a:solidFill>
                          <a:effectLst/>
                          <a:latin typeface="Calibri" panose="020F0502020204030204" pitchFamily="34" charset="0"/>
                        </a:rPr>
                        <a:t>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Convene Site Management WG meeting on SMART/site profiling tool, zoning and camp governance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SM WG </a:t>
                      </a:r>
                      <a:r>
                        <a:rPr lang="en-US" sz="1600" b="0" i="0" u="none" strike="noStrike">
                          <a:solidFill>
                            <a:srgbClr val="000000"/>
                          </a:solidFill>
                          <a:effectLst/>
                          <a:highlight>
                            <a:srgbClr val="FFFF00"/>
                          </a:highlight>
                          <a:latin typeface="Calibri" panose="020F0502020204030204" pitchFamily="34" charset="0"/>
                        </a:rPr>
                        <a:t>/ On going</a:t>
                      </a:r>
                      <a:r>
                        <a:rPr lang="en-US" sz="1600" b="0" i="0" u="none" strike="noStrike" kern="1200">
                          <a:solidFill>
                            <a:srgbClr val="000000"/>
                          </a:solidFill>
                          <a:effectLst/>
                          <a:highlight>
                            <a:srgbClr val="00FF00"/>
                          </a:highlight>
                          <a:latin typeface="Calibri" panose="020F0502020204030204" pitchFamily="34" charset="0"/>
                          <a:ea typeface="+mn-ea"/>
                          <a:cs typeface="+mn-cs"/>
                        </a:rPr>
                        <a:t>/ Piloting done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48312442"/>
                  </a:ext>
                </a:extLst>
              </a:tr>
              <a:tr h="340571">
                <a:tc>
                  <a:txBody>
                    <a:bodyPr/>
                    <a:lstStyle/>
                    <a:p>
                      <a:pPr algn="l" rtl="0" fontAlgn="ctr">
                        <a:buNone/>
                      </a:pPr>
                      <a:r>
                        <a:rPr lang="en-US" sz="1600" b="0" i="0" u="none" strike="noStrike">
                          <a:solidFill>
                            <a:srgbClr val="000000"/>
                          </a:solidFill>
                          <a:effectLst/>
                          <a:latin typeface="Calibri" panose="020F0502020204030204" pitchFamily="34" charset="0"/>
                        </a:rPr>
                        <a:t>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Convene MSSP WG meeting on MESO/MICRO definitions and MSSP strategy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MSSP WG </a:t>
                      </a:r>
                      <a:r>
                        <a:rPr lang="en-US" sz="1600" b="0" i="0" u="none" strike="noStrike">
                          <a:solidFill>
                            <a:srgbClr val="000000"/>
                          </a:solidFill>
                          <a:effectLst/>
                          <a:highlight>
                            <a:srgbClr val="00FF00"/>
                          </a:highlight>
                          <a:latin typeface="Calibri" panose="020F0502020204030204" pitchFamily="34" charset="0"/>
                        </a:rPr>
                        <a:t>/ Completed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48009128"/>
                  </a:ext>
                </a:extLst>
              </a:tr>
              <a:tr h="340571">
                <a:tc>
                  <a:txBody>
                    <a:bodyPr/>
                    <a:lstStyle/>
                    <a:p>
                      <a:pPr algn="l" rtl="0" fontAlgn="ctr">
                        <a:buNone/>
                      </a:pPr>
                      <a:r>
                        <a:rPr lang="en-US" sz="1600" b="0" i="0" u="none" strike="noStrike">
                          <a:solidFill>
                            <a:srgbClr val="000000"/>
                          </a:solidFill>
                          <a:effectLst/>
                          <a:latin typeface="Calibri" panose="020F0502020204030204" pitchFamily="34" charset="0"/>
                        </a:rPr>
                        <a:t>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Convene technical discussion on double-story shelter designs for Camp 16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Shelter Technical WG </a:t>
                      </a:r>
                      <a:r>
                        <a:rPr lang="en-US" sz="1600" b="0" i="0" u="none" strike="noStrike">
                          <a:solidFill>
                            <a:srgbClr val="000000"/>
                          </a:solidFill>
                          <a:effectLst/>
                          <a:highlight>
                            <a:srgbClr val="FFFF00"/>
                          </a:highlight>
                          <a:latin typeface="Calibri" panose="020F0502020204030204" pitchFamily="34" charset="0"/>
                        </a:rPr>
                        <a:t>/ Pending  feedback from RRRC’s end</a:t>
                      </a:r>
                      <a:endParaRPr lang="en-US" sz="16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37598411"/>
                  </a:ext>
                </a:extLst>
              </a:tr>
              <a:tr h="340571">
                <a:tc>
                  <a:txBody>
                    <a:bodyPr/>
                    <a:lstStyle/>
                    <a:p>
                      <a:pPr algn="l" rtl="0" fontAlgn="ctr">
                        <a:buNone/>
                      </a:pPr>
                      <a:r>
                        <a:rPr lang="en-US" sz="1600" b="0" i="0" u="none" strike="noStrike">
                          <a:solidFill>
                            <a:srgbClr val="000000"/>
                          </a:solidFill>
                          <a:effectLst/>
                          <a:latin typeface="Calibri" panose="020F0502020204030204" pitchFamily="34" charset="0"/>
                        </a:rPr>
                        <a:t>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Finalize and circulate HLP position paper on rental and due diligence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HLP WG </a:t>
                      </a:r>
                      <a:r>
                        <a:rPr lang="en-US" sz="1600" b="0" i="0" u="none" strike="noStrike">
                          <a:solidFill>
                            <a:srgbClr val="000000"/>
                          </a:solidFill>
                          <a:effectLst/>
                          <a:highlight>
                            <a:srgbClr val="FFFF00"/>
                          </a:highlight>
                          <a:latin typeface="Calibri" panose="020F0502020204030204" pitchFamily="34" charset="0"/>
                        </a:rPr>
                        <a:t>/ On going</a:t>
                      </a:r>
                      <a:endParaRPr lang="en-US" sz="16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074749196"/>
                  </a:ext>
                </a:extLst>
              </a:tr>
              <a:tr h="340571">
                <a:tc>
                  <a:txBody>
                    <a:bodyPr/>
                    <a:lstStyle/>
                    <a:p>
                      <a:pPr algn="l" rtl="0" fontAlgn="ctr">
                        <a:buNone/>
                      </a:pPr>
                      <a:r>
                        <a:rPr lang="en-US" sz="1600" b="0" i="0" u="none" strike="noStrike">
                          <a:solidFill>
                            <a:srgbClr val="000000"/>
                          </a:solidFill>
                          <a:effectLst/>
                          <a:latin typeface="Calibri" panose="020F0502020204030204" pitchFamily="34" charset="0"/>
                        </a:rPr>
                        <a:t>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Continue recording and GIS mapping of HLP incidents, evictions and land disputes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Protection - IM </a:t>
                      </a:r>
                      <a:r>
                        <a:rPr lang="en-US" sz="1600" b="0" i="0" u="none" strike="noStrike">
                          <a:solidFill>
                            <a:srgbClr val="000000"/>
                          </a:solidFill>
                          <a:effectLst/>
                          <a:highlight>
                            <a:srgbClr val="FFFF00"/>
                          </a:highlight>
                          <a:latin typeface="Calibri" panose="020F0502020204030204" pitchFamily="34" charset="0"/>
                        </a:rPr>
                        <a:t>/ Ongoing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543434685"/>
                  </a:ext>
                </a:extLst>
              </a:tr>
              <a:tr h="340571">
                <a:tc>
                  <a:txBody>
                    <a:bodyPr/>
                    <a:lstStyle/>
                    <a:p>
                      <a:pPr algn="l" rtl="0" fontAlgn="ctr">
                        <a:buNone/>
                      </a:pPr>
                      <a:r>
                        <a:rPr lang="en-US" sz="1600" b="0" i="0" u="none" strike="noStrike">
                          <a:solidFill>
                            <a:srgbClr val="000000"/>
                          </a:solidFill>
                          <a:effectLst/>
                          <a:latin typeface="Calibri" panose="020F0502020204030204" pitchFamily="34" charset="0"/>
                        </a:rPr>
                        <a:t>10</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Launch fire safety and fire-break restoration campaign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Shelter &amp; Site Planning </a:t>
                      </a:r>
                      <a:r>
                        <a:rPr lang="en-US" sz="1600" b="0" i="0" u="none" strike="noStrike">
                          <a:solidFill>
                            <a:srgbClr val="000000"/>
                          </a:solidFill>
                          <a:effectLst/>
                          <a:highlight>
                            <a:srgbClr val="FFFF00"/>
                          </a:highlight>
                          <a:latin typeface="Calibri" panose="020F0502020204030204" pitchFamily="34" charset="0"/>
                        </a:rPr>
                        <a:t>/ Ongoing</a:t>
                      </a:r>
                      <a:endParaRPr lang="en-US" sz="16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86797333"/>
                  </a:ext>
                </a:extLst>
              </a:tr>
              <a:tr h="340571">
                <a:tc>
                  <a:txBody>
                    <a:bodyPr/>
                    <a:lstStyle/>
                    <a:p>
                      <a:pPr algn="l" rtl="0" fontAlgn="ctr">
                        <a:buNone/>
                      </a:pPr>
                      <a:r>
                        <a:rPr lang="en-US" sz="1600" b="0" i="0" u="none" strike="noStrike">
                          <a:solidFill>
                            <a:srgbClr val="000000"/>
                          </a:solidFill>
                          <a:effectLst/>
                          <a:latin typeface="Calibri" panose="020F0502020204030204" pitchFamily="34" charset="0"/>
                        </a:rPr>
                        <a:t>11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dirty="0">
                          <a:solidFill>
                            <a:srgbClr val="000000"/>
                          </a:solidFill>
                          <a:effectLst/>
                          <a:latin typeface="Calibri" panose="020F0502020204030204" pitchFamily="34" charset="0"/>
                        </a:rPr>
                        <a:t>Organize joint WASH–Shelter–Protection–Health discussion on internal facilities and drainage risks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SCCCM Sector </a:t>
                      </a:r>
                      <a:r>
                        <a:rPr lang="en-US" sz="1600" b="0" i="0" u="none" strike="noStrike">
                          <a:solidFill>
                            <a:srgbClr val="000000"/>
                          </a:solidFill>
                          <a:effectLst/>
                          <a:highlight>
                            <a:srgbClr val="FFFF00"/>
                          </a:highlight>
                          <a:latin typeface="Calibri" panose="020F0502020204030204" pitchFamily="34" charset="0"/>
                        </a:rPr>
                        <a:t>/ Ongoing</a:t>
                      </a:r>
                      <a:endParaRPr lang="en-US" sz="16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39223485"/>
                  </a:ext>
                </a:extLst>
              </a:tr>
              <a:tr h="340571">
                <a:tc>
                  <a:txBody>
                    <a:bodyPr/>
                    <a:lstStyle/>
                    <a:p>
                      <a:pPr algn="l" rtl="0" fontAlgn="ctr">
                        <a:buNone/>
                      </a:pPr>
                      <a:r>
                        <a:rPr lang="en-US" sz="1600" b="0" i="0" u="none" strike="noStrike">
                          <a:solidFill>
                            <a:srgbClr val="000000"/>
                          </a:solidFill>
                          <a:effectLst/>
                          <a:latin typeface="Calibri" panose="020F0502020204030204" pitchFamily="34" charset="0"/>
                        </a:rPr>
                        <a:t>12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dirty="0">
                          <a:solidFill>
                            <a:srgbClr val="000000"/>
                          </a:solidFill>
                          <a:effectLst/>
                          <a:latin typeface="Calibri" panose="020F0502020204030204" pitchFamily="34" charset="0"/>
                        </a:rPr>
                        <a:t>Consolidate and regularly update prepositioned NFI/shelter stock figures for contingency planning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SCCCM Sector </a:t>
                      </a:r>
                      <a:r>
                        <a:rPr lang="en-US" sz="1600" b="0" i="0" u="none" strike="noStrike">
                          <a:solidFill>
                            <a:srgbClr val="000000"/>
                          </a:solidFill>
                          <a:effectLst/>
                          <a:highlight>
                            <a:srgbClr val="FFFF00"/>
                          </a:highlight>
                          <a:latin typeface="Calibri" panose="020F0502020204030204" pitchFamily="34" charset="0"/>
                        </a:rPr>
                        <a:t>/ Ongoing</a:t>
                      </a:r>
                      <a:endParaRPr lang="en-US" sz="1600" b="0" i="0" u="none" strike="noStrike">
                        <a:solidFill>
                          <a:srgbClr val="000000"/>
                        </a:solidFill>
                        <a:effectLst/>
                        <a:latin typeface="Calibri" panose="020F0502020204030204" pitchFamily="34"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05518485"/>
                  </a:ext>
                </a:extLst>
              </a:tr>
              <a:tr h="340571">
                <a:tc>
                  <a:txBody>
                    <a:bodyPr/>
                    <a:lstStyle/>
                    <a:p>
                      <a:pPr algn="l" rtl="0" fontAlgn="ctr">
                        <a:buNone/>
                      </a:pPr>
                      <a:r>
                        <a:rPr lang="en-US" sz="1600" b="0" i="0" u="none" strike="noStrike">
                          <a:solidFill>
                            <a:srgbClr val="000000"/>
                          </a:solidFill>
                          <a:effectLst/>
                          <a:latin typeface="Calibri" panose="020F0502020204030204" pitchFamily="34" charset="0"/>
                        </a:rPr>
                        <a:t>13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ctr">
                        <a:buNone/>
                      </a:pPr>
                      <a:r>
                        <a:rPr lang="en-US" sz="1600" b="0" i="0" u="none" strike="noStrike">
                          <a:solidFill>
                            <a:srgbClr val="000000"/>
                          </a:solidFill>
                          <a:effectLst/>
                          <a:latin typeface="Calibri" panose="020F0502020204030204" pitchFamily="34" charset="0"/>
                        </a:rPr>
                        <a:t>Sector Annual Report 2025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600" b="0" i="0" u="none" strike="noStrike" dirty="0">
                          <a:solidFill>
                            <a:srgbClr val="000000"/>
                          </a:solidFill>
                          <a:effectLst/>
                          <a:latin typeface="Calibri" panose="020F0502020204030204" pitchFamily="34" charset="0"/>
                        </a:rPr>
                        <a:t>SCCCM Sector </a:t>
                      </a:r>
                      <a:r>
                        <a:rPr lang="en-US" sz="1600" b="0" i="0" u="none" strike="noStrike" dirty="0">
                          <a:solidFill>
                            <a:srgbClr val="000000"/>
                          </a:solidFill>
                          <a:effectLst/>
                          <a:highlight>
                            <a:srgbClr val="00FF00"/>
                          </a:highlight>
                          <a:latin typeface="Calibri" panose="020F0502020204030204" pitchFamily="34" charset="0"/>
                        </a:rPr>
                        <a:t>/ Completed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419636001"/>
                  </a:ext>
                </a:extLst>
              </a:tr>
            </a:tbl>
          </a:graphicData>
        </a:graphic>
      </p:graphicFrame>
    </p:spTree>
    <p:extLst>
      <p:ext uri="{BB962C8B-B14F-4D97-AF65-F5344CB8AC3E}">
        <p14:creationId xmlns:p14="http://schemas.microsoft.com/office/powerpoint/2010/main" val="2402037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939DC-EE73-9913-1175-FA44604C8EBD}"/>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B3A1651-9025-5FD6-1CB3-92858187240E}"/>
              </a:ext>
            </a:extLst>
          </p:cNvPr>
          <p:cNvCxnSpPr/>
          <p:nvPr/>
        </p:nvCxnSpPr>
        <p:spPr>
          <a:xfrm>
            <a:off x="2135312" y="3082247"/>
            <a:ext cx="7921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354129D-32F7-D30C-7212-BA6634E723FF}"/>
              </a:ext>
            </a:extLst>
          </p:cNvPr>
          <p:cNvCxnSpPr>
            <a:cxnSpLocks/>
          </p:cNvCxnSpPr>
          <p:nvPr/>
        </p:nvCxnSpPr>
        <p:spPr>
          <a:xfrm>
            <a:off x="4027470" y="3234648"/>
            <a:ext cx="440761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A06F3C4-B485-F690-05D7-D278F28FCCEA}"/>
              </a:ext>
            </a:extLst>
          </p:cNvPr>
          <p:cNvSpPr txBox="1"/>
          <p:nvPr/>
        </p:nvSpPr>
        <p:spPr>
          <a:xfrm>
            <a:off x="333376" y="2019313"/>
            <a:ext cx="9429080"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1"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7" name="Rectangle 6">
            <a:extLst>
              <a:ext uri="{FF2B5EF4-FFF2-40B4-BE49-F238E27FC236}">
                <a16:creationId xmlns:a16="http://schemas.microsoft.com/office/drawing/2014/main" id="{916698DE-8483-0A06-A61B-064098DABF27}"/>
              </a:ext>
            </a:extLst>
          </p:cNvPr>
          <p:cNvSpPr/>
          <p:nvPr/>
        </p:nvSpPr>
        <p:spPr>
          <a:xfrm>
            <a:off x="0" y="2510747"/>
            <a:ext cx="12192000" cy="1143000"/>
          </a:xfrm>
          <a:prstGeom prst="rect">
            <a:avLst/>
          </a:prstGeom>
          <a:solidFill>
            <a:srgbClr val="1B65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panose="02110004020202020204"/>
                <a:ea typeface="+mn-ea"/>
                <a:cs typeface="+mn-cs"/>
              </a:rPr>
              <a:t>Funding Updates</a:t>
            </a:r>
          </a:p>
        </p:txBody>
      </p:sp>
    </p:spTree>
    <p:extLst>
      <p:ext uri="{BB962C8B-B14F-4D97-AF65-F5344CB8AC3E}">
        <p14:creationId xmlns:p14="http://schemas.microsoft.com/office/powerpoint/2010/main" val="175245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FAE3B-03B0-83C8-526C-D060DF8A0880}"/>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C5A31889-E636-55EC-2D2B-E9690A2D5EA2}"/>
              </a:ext>
            </a:extLst>
          </p:cNvPr>
          <p:cNvGrpSpPr/>
          <p:nvPr/>
        </p:nvGrpSpPr>
        <p:grpSpPr>
          <a:xfrm>
            <a:off x="103364" y="1053808"/>
            <a:ext cx="3025337" cy="2162957"/>
            <a:chOff x="85150" y="1130448"/>
            <a:chExt cx="2450830" cy="1780373"/>
          </a:xfrm>
        </p:grpSpPr>
        <p:pic>
          <p:nvPicPr>
            <p:cNvPr id="9" name="Picture 8">
              <a:extLst>
                <a:ext uri="{FF2B5EF4-FFF2-40B4-BE49-F238E27FC236}">
                  <a16:creationId xmlns:a16="http://schemas.microsoft.com/office/drawing/2014/main" id="{33ABB176-8D33-45C9-1A25-1E5877AD4842}"/>
                </a:ext>
              </a:extLst>
            </p:cNvPr>
            <p:cNvPicPr>
              <a:picLocks noChangeAspect="1"/>
            </p:cNvPicPr>
            <p:nvPr/>
          </p:nvPicPr>
          <p:blipFill>
            <a:blip r:embed="rId4"/>
            <a:stretch>
              <a:fillRect/>
            </a:stretch>
          </p:blipFill>
          <p:spPr>
            <a:xfrm>
              <a:off x="85150" y="1130448"/>
              <a:ext cx="2450830" cy="1780373"/>
            </a:xfrm>
            <a:prstGeom prst="rect">
              <a:avLst/>
            </a:prstGeom>
          </p:spPr>
        </p:pic>
        <p:sp>
          <p:nvSpPr>
            <p:cNvPr id="11" name="Rectangle: Rounded Corners 10">
              <a:extLst>
                <a:ext uri="{FF2B5EF4-FFF2-40B4-BE49-F238E27FC236}">
                  <a16:creationId xmlns:a16="http://schemas.microsoft.com/office/drawing/2014/main" id="{A55AACE8-1A4B-7011-35B3-C06554764EFA}"/>
                </a:ext>
              </a:extLst>
            </p:cNvPr>
            <p:cNvSpPr/>
            <p:nvPr/>
          </p:nvSpPr>
          <p:spPr>
            <a:xfrm>
              <a:off x="707401" y="1779378"/>
              <a:ext cx="1018544" cy="509643"/>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128.0M</a:t>
              </a:r>
            </a:p>
            <a:p>
              <a:pPr algn="ctr"/>
              <a:r>
                <a:rPr lang="en-US" sz="1600">
                  <a:solidFill>
                    <a:schemeClr val="tx1"/>
                  </a:solidFill>
                </a:rPr>
                <a:t>required</a:t>
              </a:r>
            </a:p>
          </p:txBody>
        </p:sp>
      </p:grpSp>
      <p:sp>
        <p:nvSpPr>
          <p:cNvPr id="5" name="Freeform 2">
            <a:extLst>
              <a:ext uri="{FF2B5EF4-FFF2-40B4-BE49-F238E27FC236}">
                <a16:creationId xmlns:a16="http://schemas.microsoft.com/office/drawing/2014/main" id="{D91A9560-C47C-F79D-7843-BF1B7DCBF362}"/>
              </a:ext>
            </a:extLst>
          </p:cNvPr>
          <p:cNvSpPr/>
          <p:nvPr/>
        </p:nvSpPr>
        <p:spPr>
          <a:xfrm>
            <a:off x="-8414" y="-19580"/>
            <a:ext cx="12200414" cy="550938"/>
          </a:xfrm>
          <a:custGeom>
            <a:avLst/>
            <a:gdLst/>
            <a:ahLst/>
            <a:cxnLst/>
            <a:rect l="l" t="t" r="r" b="b"/>
            <a:pathLst>
              <a:path w="7772400" h="2359719">
                <a:moveTo>
                  <a:pt x="0" y="0"/>
                </a:moveTo>
                <a:lnTo>
                  <a:pt x="7772400" y="0"/>
                </a:lnTo>
                <a:lnTo>
                  <a:pt x="7772400" y="2359719"/>
                </a:lnTo>
                <a:lnTo>
                  <a:pt x="0" y="2359719"/>
                </a:lnTo>
                <a:lnTo>
                  <a:pt x="0" y="0"/>
                </a:lnTo>
                <a:close/>
              </a:path>
            </a:pathLst>
          </a:custGeom>
          <a:blipFill>
            <a:blip r:embed="rId5"/>
            <a:stretch>
              <a:fillRect t="-19681" b="-99505"/>
            </a:stretch>
          </a:blipFill>
        </p:spPr>
        <p:txBody>
          <a:bodyPr/>
          <a:lstStyle/>
          <a:p>
            <a:endParaRPr lang="en-US"/>
          </a:p>
        </p:txBody>
      </p:sp>
      <p:sp>
        <p:nvSpPr>
          <p:cNvPr id="3" name="TextBox 33">
            <a:extLst>
              <a:ext uri="{FF2B5EF4-FFF2-40B4-BE49-F238E27FC236}">
                <a16:creationId xmlns:a16="http://schemas.microsoft.com/office/drawing/2014/main" id="{1C8E30B4-0CE9-0026-6920-7E89038C7C8B}"/>
              </a:ext>
            </a:extLst>
          </p:cNvPr>
          <p:cNvSpPr txBox="1"/>
          <p:nvPr/>
        </p:nvSpPr>
        <p:spPr>
          <a:xfrm>
            <a:off x="3395568" y="1527763"/>
            <a:ext cx="628650" cy="164898"/>
          </a:xfrm>
          <a:prstGeom prst="rect">
            <a:avLst/>
          </a:prstGeom>
        </p:spPr>
        <p:txBody>
          <a:bodyPr wrap="square" lIns="0" tIns="0" rIns="0" bIns="0" rtlCol="0" anchor="t">
            <a:spAutoFit/>
          </a:bodyPr>
          <a:lstStyle/>
          <a:p>
            <a:pPr algn="r">
              <a:lnSpc>
                <a:spcPts val="686"/>
              </a:lnSpc>
              <a:spcBef>
                <a:spcPct val="0"/>
              </a:spcBef>
            </a:pPr>
            <a:r>
              <a:rPr lang="en-US" sz="800">
                <a:solidFill>
                  <a:srgbClr val="FFFFFF"/>
                </a:solidFill>
                <a:latin typeface="Open Sans 2"/>
                <a:ea typeface="Open Sans 2"/>
                <a:cs typeface="Open Sans 2"/>
                <a:sym typeface="Open Sans 2"/>
              </a:rPr>
              <a:t>©WFP</a:t>
            </a:r>
          </a:p>
        </p:txBody>
      </p:sp>
      <p:sp>
        <p:nvSpPr>
          <p:cNvPr id="39" name="Freeform: Shape 38">
            <a:extLst>
              <a:ext uri="{FF2B5EF4-FFF2-40B4-BE49-F238E27FC236}">
                <a16:creationId xmlns:a16="http://schemas.microsoft.com/office/drawing/2014/main" id="{75639FD3-DEA6-13D2-89E0-F43FEE6F3BF8}"/>
              </a:ext>
            </a:extLst>
          </p:cNvPr>
          <p:cNvSpPr>
            <a:spLocks/>
          </p:cNvSpPr>
          <p:nvPr/>
        </p:nvSpPr>
        <p:spPr>
          <a:xfrm>
            <a:off x="110349" y="650920"/>
            <a:ext cx="383335" cy="359821"/>
          </a:xfrm>
          <a:custGeom>
            <a:avLst/>
            <a:gdLst>
              <a:gd name="connsiteX0" fmla="*/ 607876 w 607875"/>
              <a:gd name="connsiteY0" fmla="*/ 310350 h 620700"/>
              <a:gd name="connsiteX1" fmla="*/ 303938 w 607875"/>
              <a:gd name="connsiteY1" fmla="*/ 620700 h 620700"/>
              <a:gd name="connsiteX2" fmla="*/ 0 w 607875"/>
              <a:gd name="connsiteY2" fmla="*/ 310350 h 620700"/>
              <a:gd name="connsiteX3" fmla="*/ 303938 w 607875"/>
              <a:gd name="connsiteY3" fmla="*/ 0 h 620700"/>
              <a:gd name="connsiteX4" fmla="*/ 607876 w 607875"/>
              <a:gd name="connsiteY4" fmla="*/ 310350 h 620700"/>
              <a:gd name="connsiteX5" fmla="*/ 121190 w 607875"/>
              <a:gd name="connsiteY5" fmla="*/ 268671 h 620700"/>
              <a:gd name="connsiteX6" fmla="*/ 303938 w 607875"/>
              <a:gd name="connsiteY6" fmla="*/ 162228 h 620700"/>
              <a:gd name="connsiteX7" fmla="*/ 486685 w 607875"/>
              <a:gd name="connsiteY7" fmla="*/ 268671 h 620700"/>
              <a:gd name="connsiteX8" fmla="*/ 500792 w 607875"/>
              <a:gd name="connsiteY8" fmla="*/ 272518 h 620700"/>
              <a:gd name="connsiteX9" fmla="*/ 525158 w 607875"/>
              <a:gd name="connsiteY9" fmla="*/ 257770 h 620700"/>
              <a:gd name="connsiteX10" fmla="*/ 514899 w 607875"/>
              <a:gd name="connsiteY10" fmla="*/ 218656 h 620700"/>
              <a:gd name="connsiteX11" fmla="*/ 318686 w 607875"/>
              <a:gd name="connsiteY11" fmla="*/ 103877 h 620700"/>
              <a:gd name="connsiteX12" fmla="*/ 291113 w 607875"/>
              <a:gd name="connsiteY12" fmla="*/ 103877 h 620700"/>
              <a:gd name="connsiteX13" fmla="*/ 94901 w 607875"/>
              <a:gd name="connsiteY13" fmla="*/ 218656 h 620700"/>
              <a:gd name="connsiteX14" fmla="*/ 84641 w 607875"/>
              <a:gd name="connsiteY14" fmla="*/ 257770 h 620700"/>
              <a:gd name="connsiteX15" fmla="*/ 123114 w 607875"/>
              <a:gd name="connsiteY15" fmla="*/ 268671 h 620700"/>
              <a:gd name="connsiteX16" fmla="*/ 434747 w 607875"/>
              <a:gd name="connsiteY16" fmla="*/ 358441 h 620700"/>
              <a:gd name="connsiteX17" fmla="*/ 353953 w 607875"/>
              <a:gd name="connsiteY17" fmla="*/ 402044 h 620700"/>
              <a:gd name="connsiteX18" fmla="*/ 303938 w 607875"/>
              <a:gd name="connsiteY18" fmla="*/ 376396 h 620700"/>
              <a:gd name="connsiteX19" fmla="*/ 253923 w 607875"/>
              <a:gd name="connsiteY19" fmla="*/ 402044 h 620700"/>
              <a:gd name="connsiteX20" fmla="*/ 173129 w 607875"/>
              <a:gd name="connsiteY20" fmla="*/ 358441 h 620700"/>
              <a:gd name="connsiteX21" fmla="*/ 79511 w 607875"/>
              <a:gd name="connsiteY21" fmla="*/ 448853 h 620700"/>
              <a:gd name="connsiteX22" fmla="*/ 93618 w 607875"/>
              <a:gd name="connsiteY22" fmla="*/ 462960 h 620700"/>
              <a:gd name="connsiteX23" fmla="*/ 107725 w 607875"/>
              <a:gd name="connsiteY23" fmla="*/ 448853 h 620700"/>
              <a:gd name="connsiteX24" fmla="*/ 135939 w 607875"/>
              <a:gd name="connsiteY24" fmla="*/ 397556 h 620700"/>
              <a:gd name="connsiteX25" fmla="*/ 135939 w 607875"/>
              <a:gd name="connsiteY25" fmla="*/ 482197 h 620700"/>
              <a:gd name="connsiteX26" fmla="*/ 173129 w 607875"/>
              <a:gd name="connsiteY26" fmla="*/ 520670 h 620700"/>
              <a:gd name="connsiteX27" fmla="*/ 210320 w 607875"/>
              <a:gd name="connsiteY27" fmla="*/ 482197 h 620700"/>
              <a:gd name="connsiteX28" fmla="*/ 210320 w 607875"/>
              <a:gd name="connsiteY28" fmla="*/ 397556 h 620700"/>
              <a:gd name="connsiteX29" fmla="*/ 238533 w 607875"/>
              <a:gd name="connsiteY29" fmla="*/ 448853 h 620700"/>
              <a:gd name="connsiteX30" fmla="*/ 252640 w 607875"/>
              <a:gd name="connsiteY30" fmla="*/ 462960 h 620700"/>
              <a:gd name="connsiteX31" fmla="*/ 266747 w 607875"/>
              <a:gd name="connsiteY31" fmla="*/ 448853 h 620700"/>
              <a:gd name="connsiteX32" fmla="*/ 266747 w 607875"/>
              <a:gd name="connsiteY32" fmla="*/ 448853 h 620700"/>
              <a:gd name="connsiteX33" fmla="*/ 266747 w 607875"/>
              <a:gd name="connsiteY33" fmla="*/ 448853 h 620700"/>
              <a:gd name="connsiteX34" fmla="*/ 276366 w 607875"/>
              <a:gd name="connsiteY34" fmla="*/ 420640 h 620700"/>
              <a:gd name="connsiteX35" fmla="*/ 276366 w 607875"/>
              <a:gd name="connsiteY35" fmla="*/ 453983 h 620700"/>
              <a:gd name="connsiteX36" fmla="*/ 304579 w 607875"/>
              <a:gd name="connsiteY36" fmla="*/ 482838 h 620700"/>
              <a:gd name="connsiteX37" fmla="*/ 332793 w 607875"/>
              <a:gd name="connsiteY37" fmla="*/ 453983 h 620700"/>
              <a:gd name="connsiteX38" fmla="*/ 332793 w 607875"/>
              <a:gd name="connsiteY38" fmla="*/ 420640 h 620700"/>
              <a:gd name="connsiteX39" fmla="*/ 342411 w 607875"/>
              <a:gd name="connsiteY39" fmla="*/ 448853 h 620700"/>
              <a:gd name="connsiteX40" fmla="*/ 342411 w 607875"/>
              <a:gd name="connsiteY40" fmla="*/ 448853 h 620700"/>
              <a:gd name="connsiteX41" fmla="*/ 356518 w 607875"/>
              <a:gd name="connsiteY41" fmla="*/ 462960 h 620700"/>
              <a:gd name="connsiteX42" fmla="*/ 370625 w 607875"/>
              <a:gd name="connsiteY42" fmla="*/ 448853 h 620700"/>
              <a:gd name="connsiteX43" fmla="*/ 404609 w 607875"/>
              <a:gd name="connsiteY43" fmla="*/ 394350 h 620700"/>
              <a:gd name="connsiteX44" fmla="*/ 389861 w 607875"/>
              <a:gd name="connsiteY44" fmla="*/ 462960 h 620700"/>
              <a:gd name="connsiteX45" fmla="*/ 436670 w 607875"/>
              <a:gd name="connsiteY45" fmla="*/ 520029 h 620700"/>
              <a:gd name="connsiteX46" fmla="*/ 483479 w 607875"/>
              <a:gd name="connsiteY46" fmla="*/ 462960 h 620700"/>
              <a:gd name="connsiteX47" fmla="*/ 468090 w 607875"/>
              <a:gd name="connsiteY47" fmla="*/ 394350 h 620700"/>
              <a:gd name="connsiteX48" fmla="*/ 502074 w 607875"/>
              <a:gd name="connsiteY48" fmla="*/ 448853 h 620700"/>
              <a:gd name="connsiteX49" fmla="*/ 516181 w 607875"/>
              <a:gd name="connsiteY49" fmla="*/ 462960 h 620700"/>
              <a:gd name="connsiteX50" fmla="*/ 530288 w 607875"/>
              <a:gd name="connsiteY50" fmla="*/ 448853 h 620700"/>
              <a:gd name="connsiteX51" fmla="*/ 436670 w 607875"/>
              <a:gd name="connsiteY51" fmla="*/ 358441 h 620700"/>
              <a:gd name="connsiteX52" fmla="*/ 406533 w 607875"/>
              <a:gd name="connsiteY52" fmla="*/ 310350 h 620700"/>
              <a:gd name="connsiteX53" fmla="*/ 434747 w 607875"/>
              <a:gd name="connsiteY53" fmla="*/ 339205 h 620700"/>
              <a:gd name="connsiteX54" fmla="*/ 462960 w 607875"/>
              <a:gd name="connsiteY54" fmla="*/ 310350 h 620700"/>
              <a:gd name="connsiteX55" fmla="*/ 434747 w 607875"/>
              <a:gd name="connsiteY55" fmla="*/ 281495 h 620700"/>
              <a:gd name="connsiteX56" fmla="*/ 406533 w 607875"/>
              <a:gd name="connsiteY56" fmla="*/ 310350 h 620700"/>
              <a:gd name="connsiteX57" fmla="*/ 144916 w 607875"/>
              <a:gd name="connsiteY57" fmla="*/ 310350 h 620700"/>
              <a:gd name="connsiteX58" fmla="*/ 173129 w 607875"/>
              <a:gd name="connsiteY58" fmla="*/ 339205 h 620700"/>
              <a:gd name="connsiteX59" fmla="*/ 201343 w 607875"/>
              <a:gd name="connsiteY59" fmla="*/ 310350 h 620700"/>
              <a:gd name="connsiteX60" fmla="*/ 173129 w 607875"/>
              <a:gd name="connsiteY60" fmla="*/ 281495 h 620700"/>
              <a:gd name="connsiteX61" fmla="*/ 144916 w 607875"/>
              <a:gd name="connsiteY61" fmla="*/ 310350 h 620700"/>
              <a:gd name="connsiteX62" fmla="*/ 280213 w 607875"/>
              <a:gd name="connsiteY62" fmla="*/ 334075 h 620700"/>
              <a:gd name="connsiteX63" fmla="*/ 303938 w 607875"/>
              <a:gd name="connsiteY63" fmla="*/ 357800 h 620700"/>
              <a:gd name="connsiteX64" fmla="*/ 327663 w 607875"/>
              <a:gd name="connsiteY64" fmla="*/ 334075 h 620700"/>
              <a:gd name="connsiteX65" fmla="*/ 303938 w 607875"/>
              <a:gd name="connsiteY65" fmla="*/ 310350 h 620700"/>
              <a:gd name="connsiteX66" fmla="*/ 280213 w 607875"/>
              <a:gd name="connsiteY66" fmla="*/ 334075 h 62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7875" h="620700">
                <a:moveTo>
                  <a:pt x="607876" y="310350"/>
                </a:moveTo>
                <a:cubicBezTo>
                  <a:pt x="607876" y="481555"/>
                  <a:pt x="471937" y="620700"/>
                  <a:pt x="303938" y="620700"/>
                </a:cubicBezTo>
                <a:cubicBezTo>
                  <a:pt x="135939" y="620700"/>
                  <a:pt x="0" y="481555"/>
                  <a:pt x="0" y="310350"/>
                </a:cubicBezTo>
                <a:cubicBezTo>
                  <a:pt x="0" y="139145"/>
                  <a:pt x="135939" y="0"/>
                  <a:pt x="303938" y="0"/>
                </a:cubicBezTo>
                <a:cubicBezTo>
                  <a:pt x="471937" y="0"/>
                  <a:pt x="607876" y="139145"/>
                  <a:pt x="607876" y="310350"/>
                </a:cubicBezTo>
                <a:close/>
                <a:moveTo>
                  <a:pt x="121190" y="268671"/>
                </a:moveTo>
                <a:lnTo>
                  <a:pt x="303938" y="162228"/>
                </a:lnTo>
                <a:lnTo>
                  <a:pt x="486685" y="268671"/>
                </a:lnTo>
                <a:cubicBezTo>
                  <a:pt x="491174" y="271236"/>
                  <a:pt x="495662" y="272518"/>
                  <a:pt x="500792" y="272518"/>
                </a:cubicBezTo>
                <a:cubicBezTo>
                  <a:pt x="510410" y="272518"/>
                  <a:pt x="520028" y="267388"/>
                  <a:pt x="525158" y="257770"/>
                </a:cubicBezTo>
                <a:cubicBezTo>
                  <a:pt x="532853" y="244304"/>
                  <a:pt x="528365" y="226350"/>
                  <a:pt x="514899" y="218656"/>
                </a:cubicBezTo>
                <a:lnTo>
                  <a:pt x="318686" y="103877"/>
                </a:lnTo>
                <a:cubicBezTo>
                  <a:pt x="310350" y="98748"/>
                  <a:pt x="299450" y="98748"/>
                  <a:pt x="291113" y="103877"/>
                </a:cubicBezTo>
                <a:lnTo>
                  <a:pt x="94901" y="218656"/>
                </a:lnTo>
                <a:cubicBezTo>
                  <a:pt x="81435" y="226350"/>
                  <a:pt x="76947" y="244304"/>
                  <a:pt x="84641" y="257770"/>
                </a:cubicBezTo>
                <a:cubicBezTo>
                  <a:pt x="92336" y="271236"/>
                  <a:pt x="109648" y="276365"/>
                  <a:pt x="123114" y="268671"/>
                </a:cubicBezTo>
                <a:close/>
                <a:moveTo>
                  <a:pt x="434747" y="358441"/>
                </a:moveTo>
                <a:cubicBezTo>
                  <a:pt x="399479" y="358441"/>
                  <a:pt x="369983" y="375754"/>
                  <a:pt x="353953" y="402044"/>
                </a:cubicBezTo>
                <a:cubicBezTo>
                  <a:pt x="341770" y="386655"/>
                  <a:pt x="323816" y="376396"/>
                  <a:pt x="303938" y="376396"/>
                </a:cubicBezTo>
                <a:cubicBezTo>
                  <a:pt x="284060" y="376396"/>
                  <a:pt x="266106" y="386014"/>
                  <a:pt x="253923" y="402044"/>
                </a:cubicBezTo>
                <a:cubicBezTo>
                  <a:pt x="237892" y="375113"/>
                  <a:pt x="208396" y="358441"/>
                  <a:pt x="173129" y="358441"/>
                </a:cubicBezTo>
                <a:cubicBezTo>
                  <a:pt x="119908" y="358441"/>
                  <a:pt x="79511" y="396915"/>
                  <a:pt x="79511" y="448853"/>
                </a:cubicBezTo>
                <a:cubicBezTo>
                  <a:pt x="79511" y="456548"/>
                  <a:pt x="85924" y="462960"/>
                  <a:pt x="93618" y="462960"/>
                </a:cubicBezTo>
                <a:cubicBezTo>
                  <a:pt x="101313" y="462960"/>
                  <a:pt x="107725" y="456548"/>
                  <a:pt x="107725" y="448853"/>
                </a:cubicBezTo>
                <a:cubicBezTo>
                  <a:pt x="107725" y="427052"/>
                  <a:pt x="118626" y="408457"/>
                  <a:pt x="135939" y="397556"/>
                </a:cubicBezTo>
                <a:lnTo>
                  <a:pt x="135939" y="482197"/>
                </a:lnTo>
                <a:cubicBezTo>
                  <a:pt x="135939" y="503357"/>
                  <a:pt x="152610" y="520670"/>
                  <a:pt x="173129" y="520670"/>
                </a:cubicBezTo>
                <a:cubicBezTo>
                  <a:pt x="193648" y="520670"/>
                  <a:pt x="210320" y="503357"/>
                  <a:pt x="210320" y="482197"/>
                </a:cubicBezTo>
                <a:lnTo>
                  <a:pt x="210320" y="397556"/>
                </a:lnTo>
                <a:cubicBezTo>
                  <a:pt x="227633" y="408457"/>
                  <a:pt x="238533" y="427052"/>
                  <a:pt x="238533" y="448853"/>
                </a:cubicBezTo>
                <a:cubicBezTo>
                  <a:pt x="238533" y="456548"/>
                  <a:pt x="244946" y="462960"/>
                  <a:pt x="252640" y="462960"/>
                </a:cubicBezTo>
                <a:cubicBezTo>
                  <a:pt x="260335" y="462960"/>
                  <a:pt x="266747" y="456548"/>
                  <a:pt x="266747" y="448853"/>
                </a:cubicBezTo>
                <a:cubicBezTo>
                  <a:pt x="266747" y="448853"/>
                  <a:pt x="266747" y="448853"/>
                  <a:pt x="266747" y="448853"/>
                </a:cubicBezTo>
                <a:cubicBezTo>
                  <a:pt x="266747" y="448853"/>
                  <a:pt x="266747" y="448853"/>
                  <a:pt x="266747" y="448853"/>
                </a:cubicBezTo>
                <a:cubicBezTo>
                  <a:pt x="266747" y="437953"/>
                  <a:pt x="270594" y="428334"/>
                  <a:pt x="276366" y="420640"/>
                </a:cubicBezTo>
                <a:lnTo>
                  <a:pt x="276366" y="453983"/>
                </a:lnTo>
                <a:cubicBezTo>
                  <a:pt x="276366" y="470014"/>
                  <a:pt x="289190" y="482838"/>
                  <a:pt x="304579" y="482838"/>
                </a:cubicBezTo>
                <a:cubicBezTo>
                  <a:pt x="319968" y="482838"/>
                  <a:pt x="332793" y="470014"/>
                  <a:pt x="332793" y="453983"/>
                </a:cubicBezTo>
                <a:lnTo>
                  <a:pt x="332793" y="420640"/>
                </a:lnTo>
                <a:cubicBezTo>
                  <a:pt x="338564" y="428334"/>
                  <a:pt x="342411" y="437953"/>
                  <a:pt x="342411" y="448853"/>
                </a:cubicBezTo>
                <a:cubicBezTo>
                  <a:pt x="342411" y="448853"/>
                  <a:pt x="342411" y="448853"/>
                  <a:pt x="342411" y="448853"/>
                </a:cubicBezTo>
                <a:cubicBezTo>
                  <a:pt x="342411" y="456548"/>
                  <a:pt x="348823" y="462960"/>
                  <a:pt x="356518" y="462960"/>
                </a:cubicBezTo>
                <a:cubicBezTo>
                  <a:pt x="364212" y="462960"/>
                  <a:pt x="370625" y="456548"/>
                  <a:pt x="370625" y="448853"/>
                </a:cubicBezTo>
                <a:cubicBezTo>
                  <a:pt x="370625" y="424487"/>
                  <a:pt x="384090" y="404609"/>
                  <a:pt x="404609" y="394350"/>
                </a:cubicBezTo>
                <a:lnTo>
                  <a:pt x="389861" y="462960"/>
                </a:lnTo>
                <a:cubicBezTo>
                  <a:pt x="384731" y="492456"/>
                  <a:pt x="407174" y="520029"/>
                  <a:pt x="436670" y="520029"/>
                </a:cubicBezTo>
                <a:cubicBezTo>
                  <a:pt x="466166" y="520029"/>
                  <a:pt x="488609" y="492456"/>
                  <a:pt x="483479" y="462960"/>
                </a:cubicBezTo>
                <a:lnTo>
                  <a:pt x="468090" y="394350"/>
                </a:lnTo>
                <a:cubicBezTo>
                  <a:pt x="488609" y="404609"/>
                  <a:pt x="502074" y="424487"/>
                  <a:pt x="502074" y="448853"/>
                </a:cubicBezTo>
                <a:cubicBezTo>
                  <a:pt x="502074" y="456548"/>
                  <a:pt x="508486" y="462960"/>
                  <a:pt x="516181" y="462960"/>
                </a:cubicBezTo>
                <a:cubicBezTo>
                  <a:pt x="523876" y="462960"/>
                  <a:pt x="530288" y="456548"/>
                  <a:pt x="530288" y="448853"/>
                </a:cubicBezTo>
                <a:cubicBezTo>
                  <a:pt x="530288" y="397556"/>
                  <a:pt x="489891" y="358441"/>
                  <a:pt x="436670" y="358441"/>
                </a:cubicBezTo>
                <a:close/>
                <a:moveTo>
                  <a:pt x="406533" y="310350"/>
                </a:moveTo>
                <a:cubicBezTo>
                  <a:pt x="406533" y="326380"/>
                  <a:pt x="419357" y="339205"/>
                  <a:pt x="434747" y="339205"/>
                </a:cubicBezTo>
                <a:cubicBezTo>
                  <a:pt x="450136" y="339205"/>
                  <a:pt x="462960" y="326380"/>
                  <a:pt x="462960" y="310350"/>
                </a:cubicBezTo>
                <a:cubicBezTo>
                  <a:pt x="462960" y="294320"/>
                  <a:pt x="450136" y="281495"/>
                  <a:pt x="434747" y="281495"/>
                </a:cubicBezTo>
                <a:cubicBezTo>
                  <a:pt x="419357" y="281495"/>
                  <a:pt x="406533" y="294320"/>
                  <a:pt x="406533" y="310350"/>
                </a:cubicBezTo>
                <a:close/>
                <a:moveTo>
                  <a:pt x="144916" y="310350"/>
                </a:moveTo>
                <a:cubicBezTo>
                  <a:pt x="144916" y="326380"/>
                  <a:pt x="157740" y="339205"/>
                  <a:pt x="173129" y="339205"/>
                </a:cubicBezTo>
                <a:cubicBezTo>
                  <a:pt x="188518" y="339205"/>
                  <a:pt x="201343" y="326380"/>
                  <a:pt x="201343" y="310350"/>
                </a:cubicBezTo>
                <a:cubicBezTo>
                  <a:pt x="201343" y="294320"/>
                  <a:pt x="188518" y="281495"/>
                  <a:pt x="173129" y="281495"/>
                </a:cubicBezTo>
                <a:cubicBezTo>
                  <a:pt x="157740" y="281495"/>
                  <a:pt x="144916" y="294320"/>
                  <a:pt x="144916" y="310350"/>
                </a:cubicBezTo>
                <a:close/>
                <a:moveTo>
                  <a:pt x="280213" y="334075"/>
                </a:moveTo>
                <a:cubicBezTo>
                  <a:pt x="280213" y="347541"/>
                  <a:pt x="290472" y="357800"/>
                  <a:pt x="303938" y="357800"/>
                </a:cubicBezTo>
                <a:cubicBezTo>
                  <a:pt x="317404" y="357800"/>
                  <a:pt x="327663" y="346899"/>
                  <a:pt x="327663" y="334075"/>
                </a:cubicBezTo>
                <a:cubicBezTo>
                  <a:pt x="327663" y="321251"/>
                  <a:pt x="317404" y="310350"/>
                  <a:pt x="303938" y="310350"/>
                </a:cubicBezTo>
                <a:cubicBezTo>
                  <a:pt x="290472" y="310350"/>
                  <a:pt x="280213" y="321251"/>
                  <a:pt x="280213" y="334075"/>
                </a:cubicBezTo>
                <a:close/>
              </a:path>
            </a:pathLst>
          </a:custGeom>
          <a:solidFill>
            <a:srgbClr val="006666"/>
          </a:solidFill>
          <a:ln w="64120" cap="flat">
            <a:noFill/>
            <a:prstDash val="solid"/>
            <a:miter/>
          </a:ln>
        </p:spPr>
        <p:txBody>
          <a:bodyPr rtlCol="0" anchor="ctr"/>
          <a:lstStyle/>
          <a:p>
            <a:endParaRPr lang="en-US" sz="1350"/>
          </a:p>
        </p:txBody>
      </p:sp>
      <p:pic>
        <p:nvPicPr>
          <p:cNvPr id="2" name="Picture 1">
            <a:extLst>
              <a:ext uri="{FF2B5EF4-FFF2-40B4-BE49-F238E27FC236}">
                <a16:creationId xmlns:a16="http://schemas.microsoft.com/office/drawing/2014/main" id="{544E2EC6-980B-283C-5A24-C4884A519773}"/>
              </a:ext>
            </a:extLst>
          </p:cNvPr>
          <p:cNvPicPr>
            <a:picLocks noChangeAspect="1"/>
          </p:cNvPicPr>
          <p:nvPr/>
        </p:nvPicPr>
        <p:blipFill>
          <a:blip r:embed="rId6"/>
          <a:stretch>
            <a:fillRect/>
          </a:stretch>
        </p:blipFill>
        <p:spPr>
          <a:xfrm>
            <a:off x="11425768" y="15167"/>
            <a:ext cx="609600" cy="428978"/>
          </a:xfrm>
          <a:prstGeom prst="rect">
            <a:avLst/>
          </a:prstGeom>
        </p:spPr>
      </p:pic>
      <p:sp>
        <p:nvSpPr>
          <p:cNvPr id="10" name="Slide Number Placeholder 4">
            <a:extLst>
              <a:ext uri="{FF2B5EF4-FFF2-40B4-BE49-F238E27FC236}">
                <a16:creationId xmlns:a16="http://schemas.microsoft.com/office/drawing/2014/main" id="{55EB0741-54CB-17E0-4D94-1D1BEEB6DF23}"/>
              </a:ext>
            </a:extLst>
          </p:cNvPr>
          <p:cNvSpPr txBox="1">
            <a:spLocks/>
          </p:cNvSpPr>
          <p:nvPr/>
        </p:nvSpPr>
        <p:spPr>
          <a:xfrm>
            <a:off x="9258300" y="6329371"/>
            <a:ext cx="2743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138DAA1D-5EB2-47D2-B607-EFC38835B7F8}" type="slidenum">
              <a:rPr lang="en-US" sz="1400" smtClean="0"/>
              <a:pPr algn="r"/>
              <a:t>5</a:t>
            </a:fld>
            <a:endParaRPr lang="en-US" sz="1400"/>
          </a:p>
        </p:txBody>
      </p:sp>
      <p:pic>
        <p:nvPicPr>
          <p:cNvPr id="23" name="Picture 22" descr="A logo with people in a circle&#10;&#10;AI-generated content may be incorrect.">
            <a:extLst>
              <a:ext uri="{FF2B5EF4-FFF2-40B4-BE49-F238E27FC236}">
                <a16:creationId xmlns:a16="http://schemas.microsoft.com/office/drawing/2014/main" id="{8007A1DC-CCD1-81C8-4019-7B2A49951565}"/>
              </a:ext>
            </a:extLst>
          </p:cNvPr>
          <p:cNvPicPr>
            <a:picLocks noChangeAspect="1"/>
          </p:cNvPicPr>
          <p:nvPr/>
        </p:nvPicPr>
        <p:blipFill>
          <a:blip r:embed="rId7">
            <a:extLst>
              <a:ext uri="{28A0092B-C50C-407E-A947-70E740481C1C}">
                <a14:useLocalDpi xmlns:a14="http://schemas.microsoft.com/office/drawing/2010/main" val="0"/>
              </a:ext>
            </a:extLst>
          </a:blip>
          <a:srcRect l="19086" t="33764" r="20164" b="31667"/>
          <a:stretch>
            <a:fillRect/>
          </a:stretch>
        </p:blipFill>
        <p:spPr>
          <a:xfrm>
            <a:off x="11317354" y="539680"/>
            <a:ext cx="827526" cy="470897"/>
          </a:xfrm>
          <a:prstGeom prst="rect">
            <a:avLst/>
          </a:prstGeom>
        </p:spPr>
      </p:pic>
      <p:sp>
        <p:nvSpPr>
          <p:cNvPr id="27" name="TextBox 26">
            <a:extLst>
              <a:ext uri="{FF2B5EF4-FFF2-40B4-BE49-F238E27FC236}">
                <a16:creationId xmlns:a16="http://schemas.microsoft.com/office/drawing/2014/main" id="{CF21B7CE-7017-DD3A-0F9D-363D0014FB14}"/>
              </a:ext>
            </a:extLst>
          </p:cNvPr>
          <p:cNvSpPr txBox="1"/>
          <p:nvPr/>
        </p:nvSpPr>
        <p:spPr>
          <a:xfrm>
            <a:off x="54406" y="85932"/>
            <a:ext cx="6037387" cy="369332"/>
          </a:xfrm>
          <a:prstGeom prst="rect">
            <a:avLst/>
          </a:prstGeom>
          <a:noFill/>
        </p:spPr>
        <p:txBody>
          <a:bodyPr wrap="square" rtlCol="0">
            <a:spAutoFit/>
          </a:bodyPr>
          <a:lstStyle/>
          <a:p>
            <a:r>
              <a:rPr lang="en-US" b="1">
                <a:solidFill>
                  <a:schemeClr val="bg1"/>
                </a:solidFill>
              </a:rPr>
              <a:t>JRP 2026 Funding Analysis (as at 30 April)</a:t>
            </a:r>
          </a:p>
        </p:txBody>
      </p:sp>
      <p:sp>
        <p:nvSpPr>
          <p:cNvPr id="28" name="TextBox 7">
            <a:extLst>
              <a:ext uri="{FF2B5EF4-FFF2-40B4-BE49-F238E27FC236}">
                <a16:creationId xmlns:a16="http://schemas.microsoft.com/office/drawing/2014/main" id="{54941D92-34DC-C47B-7B37-3A082161926E}"/>
              </a:ext>
            </a:extLst>
          </p:cNvPr>
          <p:cNvSpPr txBox="1"/>
          <p:nvPr/>
        </p:nvSpPr>
        <p:spPr>
          <a:xfrm>
            <a:off x="597611" y="522043"/>
            <a:ext cx="3837683" cy="449354"/>
          </a:xfrm>
          <a:prstGeom prst="rect">
            <a:avLst/>
          </a:prstGeom>
        </p:spPr>
        <p:txBody>
          <a:bodyPr lIns="0" tIns="0" rIns="0" bIns="0" rtlCol="0" anchor="t">
            <a:spAutoFit/>
          </a:bodyPr>
          <a:lstStyle/>
          <a:p>
            <a:pPr algn="l">
              <a:lnSpc>
                <a:spcPts val="4042"/>
              </a:lnSpc>
            </a:pPr>
            <a:r>
              <a:rPr lang="en-US" b="1">
                <a:solidFill>
                  <a:schemeClr val="accent1"/>
                </a:solidFill>
                <a:latin typeface="Poppins Bold"/>
                <a:ea typeface="Poppins Bold"/>
                <a:cs typeface="Poppins Bold"/>
                <a:sym typeface="Poppins Bold"/>
              </a:rPr>
              <a:t>SCCCM SECTOR</a:t>
            </a:r>
          </a:p>
        </p:txBody>
      </p:sp>
      <p:sp>
        <p:nvSpPr>
          <p:cNvPr id="29" name="TextBox 28">
            <a:extLst>
              <a:ext uri="{FF2B5EF4-FFF2-40B4-BE49-F238E27FC236}">
                <a16:creationId xmlns:a16="http://schemas.microsoft.com/office/drawing/2014/main" id="{655B7F50-F852-F077-7AD3-5F5A9883A6DB}"/>
              </a:ext>
            </a:extLst>
          </p:cNvPr>
          <p:cNvSpPr txBox="1"/>
          <p:nvPr/>
        </p:nvSpPr>
        <p:spPr>
          <a:xfrm>
            <a:off x="92733" y="1060261"/>
            <a:ext cx="2450442" cy="276999"/>
          </a:xfrm>
          <a:prstGeom prst="rect">
            <a:avLst/>
          </a:prstGeom>
          <a:noFill/>
          <a:ln>
            <a:noFill/>
          </a:ln>
        </p:spPr>
        <p:txBody>
          <a:bodyPr wrap="square" lIns="91440" tIns="45720" rIns="91440" bIns="45720" rtlCol="0" anchor="t">
            <a:spAutoFit/>
          </a:bodyPr>
          <a:lstStyle/>
          <a:p>
            <a:pPr algn="just">
              <a:spcAft>
                <a:spcPts val="600"/>
              </a:spcAft>
              <a:defRPr/>
            </a:pPr>
            <a:r>
              <a:rPr lang="en-US" sz="1200" b="1">
                <a:solidFill>
                  <a:srgbClr val="006666"/>
                </a:solidFill>
                <a:cs typeface="Arial"/>
              </a:rPr>
              <a:t>Funding Required + Gap (CXB):</a:t>
            </a:r>
          </a:p>
        </p:txBody>
      </p:sp>
      <p:sp>
        <p:nvSpPr>
          <p:cNvPr id="44" name="TextBox 43">
            <a:extLst>
              <a:ext uri="{FF2B5EF4-FFF2-40B4-BE49-F238E27FC236}">
                <a16:creationId xmlns:a16="http://schemas.microsoft.com/office/drawing/2014/main" id="{95DC309D-C9D4-94BD-1340-F10C033813AC}"/>
              </a:ext>
            </a:extLst>
          </p:cNvPr>
          <p:cNvSpPr txBox="1"/>
          <p:nvPr/>
        </p:nvSpPr>
        <p:spPr>
          <a:xfrm>
            <a:off x="0" y="4974986"/>
            <a:ext cx="3169561" cy="630942"/>
          </a:xfrm>
          <a:prstGeom prst="rect">
            <a:avLst/>
          </a:prstGeom>
          <a:noFill/>
        </p:spPr>
        <p:txBody>
          <a:bodyPr wrap="square" lIns="91440" tIns="45720" rIns="91440" bIns="45720" anchor="t">
            <a:spAutoFit/>
          </a:bodyPr>
          <a:lstStyle/>
          <a:p>
            <a:r>
              <a:rPr lang="en-US" sz="1100"/>
              <a:t>Refugee households reached with Shelter assistance  </a:t>
            </a:r>
            <a:r>
              <a:rPr lang="en-US" sz="800" i="1"/>
              <a:t>* Partners </a:t>
            </a:r>
            <a:r>
              <a:rPr lang="en-US" sz="800" i="1">
                <a:highlight>
                  <a:srgbClr val="FCFBFB"/>
                </a:highlight>
              </a:rPr>
              <a:t>has recently signed partnership agreement, and activities have commenced, with achievements to be reported in the upcoming exercise</a:t>
            </a:r>
            <a:r>
              <a:rPr lang="en-US" sz="800">
                <a:highlight>
                  <a:srgbClr val="FCFBFB"/>
                </a:highlight>
              </a:rPr>
              <a:t>.</a:t>
            </a:r>
            <a:endParaRPr lang="en-US" sz="600" i="1"/>
          </a:p>
        </p:txBody>
      </p:sp>
      <p:sp>
        <p:nvSpPr>
          <p:cNvPr id="45" name="TextBox 44">
            <a:extLst>
              <a:ext uri="{FF2B5EF4-FFF2-40B4-BE49-F238E27FC236}">
                <a16:creationId xmlns:a16="http://schemas.microsoft.com/office/drawing/2014/main" id="{F3F76D4E-B1B0-1CD4-6C63-71AD5120C42A}"/>
              </a:ext>
            </a:extLst>
          </p:cNvPr>
          <p:cNvSpPr txBox="1"/>
          <p:nvPr/>
        </p:nvSpPr>
        <p:spPr>
          <a:xfrm>
            <a:off x="0" y="5726695"/>
            <a:ext cx="3157442" cy="261610"/>
          </a:xfrm>
          <a:prstGeom prst="rect">
            <a:avLst/>
          </a:prstGeom>
          <a:noFill/>
        </p:spPr>
        <p:txBody>
          <a:bodyPr wrap="square">
            <a:spAutoFit/>
          </a:bodyPr>
          <a:lstStyle>
            <a:defPPr>
              <a:defRPr lang="en-US"/>
            </a:defPPr>
            <a:lvl1pPr>
              <a:defRPr sz="1100"/>
            </a:lvl1pPr>
          </a:lstStyle>
          <a:p>
            <a:r>
              <a:rPr lang="en-US"/>
              <a:t>Refugee households received NFI</a:t>
            </a:r>
          </a:p>
        </p:txBody>
      </p:sp>
      <p:sp>
        <p:nvSpPr>
          <p:cNvPr id="47" name="TextBox 46">
            <a:extLst>
              <a:ext uri="{FF2B5EF4-FFF2-40B4-BE49-F238E27FC236}">
                <a16:creationId xmlns:a16="http://schemas.microsoft.com/office/drawing/2014/main" id="{EA204971-EC76-F943-0B35-480907272EF6}"/>
              </a:ext>
            </a:extLst>
          </p:cNvPr>
          <p:cNvSpPr txBox="1"/>
          <p:nvPr/>
        </p:nvSpPr>
        <p:spPr>
          <a:xfrm>
            <a:off x="4740218" y="2105320"/>
            <a:ext cx="7400535" cy="953018"/>
          </a:xfrm>
          <a:prstGeom prst="rect">
            <a:avLst/>
          </a:prstGeom>
          <a:noFill/>
          <a:ln>
            <a:noFill/>
          </a:ln>
        </p:spPr>
        <p:txBody>
          <a:bodyPr wrap="square" lIns="91440" tIns="45720" rIns="91440" bIns="45720" rtlCol="0" anchor="t">
            <a:spAutoFit/>
          </a:bodyPr>
          <a:lstStyle/>
          <a:p>
            <a:r>
              <a:rPr lang="en-US" sz="1200" b="1">
                <a:solidFill>
                  <a:srgbClr val="006666"/>
                </a:solidFill>
              </a:rPr>
              <a:t>Other Gaps: P3 &amp; R/S Critical Activities</a:t>
            </a:r>
          </a:p>
          <a:p>
            <a:pPr marL="142875" indent="-142875">
              <a:lnSpc>
                <a:spcPct val="88000"/>
              </a:lnSpc>
              <a:spcBef>
                <a:spcPts val="200"/>
              </a:spcBef>
              <a:buFont typeface="Arial" panose="020B0604020202020204" pitchFamily="34" charset="0"/>
              <a:buChar char="•"/>
            </a:pPr>
            <a:r>
              <a:rPr lang="en-US" sz="1200"/>
              <a:t>P3 + R/S together</a:t>
            </a:r>
            <a:r>
              <a:rPr lang="en-US" sz="1200">
                <a:solidFill>
                  <a:schemeClr val="accent2"/>
                </a:solidFill>
              </a:rPr>
              <a:t> </a:t>
            </a:r>
            <a:r>
              <a:rPr lang="en-US" sz="1200" b="1">
                <a:solidFill>
                  <a:schemeClr val="accent2"/>
                </a:solidFill>
              </a:rPr>
              <a:t>9.2M gap </a:t>
            </a:r>
            <a:r>
              <a:rPr lang="en-US" sz="1200" b="1"/>
              <a:t>(</a:t>
            </a:r>
            <a:r>
              <a:rPr lang="en-US" sz="1200"/>
              <a:t>R/S only 16.6% funded)</a:t>
            </a:r>
          </a:p>
          <a:p>
            <a:pPr marL="142875" indent="-142875">
              <a:lnSpc>
                <a:spcPct val="88000"/>
              </a:lnSpc>
              <a:spcBef>
                <a:spcPts val="200"/>
              </a:spcBef>
              <a:buFont typeface="Arial" panose="020B0604020202020204" pitchFamily="34" charset="0"/>
              <a:buChar char="•"/>
            </a:pPr>
            <a:r>
              <a:rPr lang="en-US" sz="1200"/>
              <a:t>P3 has </a:t>
            </a:r>
            <a:r>
              <a:rPr lang="en-US" sz="1200" b="1">
                <a:solidFill>
                  <a:schemeClr val="accent2"/>
                </a:solidFill>
              </a:rPr>
              <a:t>2.1M gap </a:t>
            </a:r>
            <a:r>
              <a:rPr lang="en-US" sz="1100">
                <a:ea typeface="+mn-lt"/>
                <a:cs typeface="+mn-lt"/>
              </a:rPr>
              <a:t>while </a:t>
            </a:r>
            <a:r>
              <a:rPr lang="en-US" sz="1200"/>
              <a:t>R/S has </a:t>
            </a:r>
            <a:r>
              <a:rPr lang="en-US" sz="1200" b="1">
                <a:solidFill>
                  <a:schemeClr val="accent2"/>
                </a:solidFill>
              </a:rPr>
              <a:t>7.1M gap </a:t>
            </a:r>
            <a:r>
              <a:rPr lang="en-US" sz="1100">
                <a:ea typeface="+mn-lt"/>
                <a:cs typeface="+mn-lt"/>
              </a:rPr>
              <a:t>can increase pressure on P1 activities. Additionally, underfunded nature-based risk reduction and watershed schemes hinder operational continuity, potentially leading to higher repair costs and greater service disruptions during the monsoon season.</a:t>
            </a:r>
          </a:p>
        </p:txBody>
      </p:sp>
      <p:sp>
        <p:nvSpPr>
          <p:cNvPr id="48" name="TextBox 47">
            <a:extLst>
              <a:ext uri="{FF2B5EF4-FFF2-40B4-BE49-F238E27FC236}">
                <a16:creationId xmlns:a16="http://schemas.microsoft.com/office/drawing/2014/main" id="{FA90C8CA-8BCA-6F74-CD89-6D60A561275E}"/>
              </a:ext>
            </a:extLst>
          </p:cNvPr>
          <p:cNvSpPr txBox="1"/>
          <p:nvPr/>
        </p:nvSpPr>
        <p:spPr>
          <a:xfrm>
            <a:off x="4671029" y="582339"/>
            <a:ext cx="7410622" cy="1330814"/>
          </a:xfrm>
          <a:prstGeom prst="rect">
            <a:avLst/>
          </a:prstGeom>
          <a:noFill/>
        </p:spPr>
        <p:txBody>
          <a:bodyPr wrap="square" lIns="91440" tIns="45720" rIns="91440" bIns="45720" rtlCol="0" anchor="t">
            <a:spAutoFit/>
          </a:bodyPr>
          <a:lstStyle/>
          <a:p>
            <a:r>
              <a:rPr lang="en-US" sz="1200" b="1">
                <a:solidFill>
                  <a:srgbClr val="006666"/>
                </a:solidFill>
              </a:rPr>
              <a:t>Major P1 + P2 Gaps &amp; Pipeline Breaks</a:t>
            </a:r>
          </a:p>
          <a:p>
            <a:pPr marL="142875" indent="-142875">
              <a:lnSpc>
                <a:spcPct val="88000"/>
              </a:lnSpc>
              <a:spcBef>
                <a:spcPts val="200"/>
              </a:spcBef>
              <a:buFont typeface="Arial" panose="020B0604020202020204" pitchFamily="34" charset="0"/>
              <a:buChar char="•"/>
            </a:pPr>
            <a:r>
              <a:rPr lang="en-US" sz="1200" b="1"/>
              <a:t>P1+P2 combined gap </a:t>
            </a:r>
            <a:r>
              <a:rPr lang="en-US" sz="1200" b="1">
                <a:solidFill>
                  <a:schemeClr val="accent2"/>
                </a:solidFill>
              </a:rPr>
              <a:t>65.4M</a:t>
            </a:r>
            <a:r>
              <a:rPr lang="en-US" sz="1200" b="1"/>
              <a:t>: </a:t>
            </a:r>
            <a:r>
              <a:rPr lang="en-US" sz="1200"/>
              <a:t>P2 activities are especially underfunded (only 15.5% funded).</a:t>
            </a:r>
          </a:p>
          <a:p>
            <a:pPr marL="142875" indent="-142875">
              <a:lnSpc>
                <a:spcPct val="88000"/>
              </a:lnSpc>
              <a:spcBef>
                <a:spcPts val="200"/>
              </a:spcBef>
              <a:buFont typeface="Arial" panose="020B0604020202020204" pitchFamily="34" charset="0"/>
              <a:buChar char="•"/>
            </a:pPr>
            <a:r>
              <a:rPr lang="en-US" sz="1200" b="1"/>
              <a:t>Main pressure points: </a:t>
            </a:r>
            <a:r>
              <a:rPr lang="en-US" sz="1200"/>
              <a:t>Shelter (</a:t>
            </a:r>
            <a:r>
              <a:rPr lang="en-US" sz="1200" b="1">
                <a:solidFill>
                  <a:schemeClr val="accent2"/>
                </a:solidFill>
              </a:rPr>
              <a:t>24.6M gap</a:t>
            </a:r>
            <a:r>
              <a:rPr lang="en-US" sz="1200"/>
              <a:t>), DRM (</a:t>
            </a:r>
            <a:r>
              <a:rPr lang="en-US" sz="1200" b="1">
                <a:solidFill>
                  <a:schemeClr val="accent2"/>
                </a:solidFill>
              </a:rPr>
              <a:t>15.8M gap</a:t>
            </a:r>
            <a:r>
              <a:rPr lang="en-US" sz="1200"/>
              <a:t>), NFI (</a:t>
            </a:r>
            <a:r>
              <a:rPr lang="en-US" sz="1200" b="1">
                <a:solidFill>
                  <a:schemeClr val="accent2"/>
                </a:solidFill>
              </a:rPr>
              <a:t>11.2M gap</a:t>
            </a:r>
            <a:r>
              <a:rPr lang="en-US" sz="1200"/>
              <a:t>), Access/Safety (</a:t>
            </a:r>
            <a:r>
              <a:rPr lang="en-US" sz="1200" b="1">
                <a:solidFill>
                  <a:schemeClr val="accent2"/>
                </a:solidFill>
              </a:rPr>
              <a:t>7.6M gap</a:t>
            </a:r>
            <a:r>
              <a:rPr lang="en-US" sz="1200"/>
              <a:t>).</a:t>
            </a:r>
          </a:p>
          <a:p>
            <a:pPr marL="142875" indent="-142875">
              <a:lnSpc>
                <a:spcPct val="88000"/>
              </a:lnSpc>
              <a:spcBef>
                <a:spcPts val="200"/>
              </a:spcBef>
              <a:buFont typeface="Arial" panose="020B0604020202020204" pitchFamily="34" charset="0"/>
              <a:buChar char="•"/>
            </a:pPr>
            <a:r>
              <a:rPr lang="en-US" sz="1200" b="1"/>
              <a:t>Pipeline breaks: </a:t>
            </a:r>
            <a:r>
              <a:rPr lang="en-US" sz="1200"/>
              <a:t>LPG likely breaks mid-Sept without $10.1M additional funding; NFI replenishment only 13.2% / 1.6M USD funded with available resources expected to cover needs only through Q2; post-hazard shelter support critically underfunded. Slope stabilization funding gap at  63.1% / </a:t>
            </a:r>
            <a:r>
              <a:rPr lang="en-US" sz="1200" b="1">
                <a:solidFill>
                  <a:schemeClr val="accent2"/>
                </a:solidFill>
              </a:rPr>
              <a:t>11.2M gap</a:t>
            </a:r>
            <a:r>
              <a:rPr lang="en-US" sz="1200"/>
              <a:t>, posing significant challenges for completing critical works before and during the monsoon season.</a:t>
            </a:r>
          </a:p>
        </p:txBody>
      </p:sp>
      <p:sp>
        <p:nvSpPr>
          <p:cNvPr id="49" name="TextBox 48">
            <a:extLst>
              <a:ext uri="{FF2B5EF4-FFF2-40B4-BE49-F238E27FC236}">
                <a16:creationId xmlns:a16="http://schemas.microsoft.com/office/drawing/2014/main" id="{148A52E9-4542-37BC-39D1-A5C56C6086DD}"/>
              </a:ext>
            </a:extLst>
          </p:cNvPr>
          <p:cNvSpPr txBox="1"/>
          <p:nvPr/>
        </p:nvSpPr>
        <p:spPr>
          <a:xfrm>
            <a:off x="4740218" y="4475427"/>
            <a:ext cx="7229203" cy="2157514"/>
          </a:xfrm>
          <a:prstGeom prst="rect">
            <a:avLst/>
          </a:prstGeom>
          <a:noFill/>
        </p:spPr>
        <p:txBody>
          <a:bodyPr wrap="square" lIns="91440" tIns="45720" rIns="91440" bIns="45720" anchor="t">
            <a:spAutoFit/>
          </a:bodyPr>
          <a:lstStyle/>
          <a:p>
            <a:r>
              <a:rPr lang="en-US" sz="1200" b="1">
                <a:solidFill>
                  <a:srgbClr val="006666"/>
                </a:solidFill>
              </a:rPr>
              <a:t>Key Messages: Consequences of Underfunding</a:t>
            </a:r>
          </a:p>
          <a:p>
            <a:pPr marL="142875" indent="-142875">
              <a:lnSpc>
                <a:spcPct val="90000"/>
              </a:lnSpc>
              <a:spcBef>
                <a:spcPts val="240"/>
              </a:spcBef>
              <a:buFont typeface="Arial" panose="020B0604020202020204" pitchFamily="34" charset="0"/>
              <a:buChar char="•"/>
            </a:pPr>
            <a:r>
              <a:rPr lang="en-US" sz="1200" b="1"/>
              <a:t>Coordination &amp; accountability at risk: </a:t>
            </a:r>
            <a:r>
              <a:rPr lang="en-US" sz="1200"/>
              <a:t>Site management support is only 6.3% / 280K USD funded, weakening camp coordination, service-gap monitoring, site profiling, and timely cross-sector referrals. Without additional funding, the effectiveness of service delivery and support for vulnerable refugees will be further reduced.</a:t>
            </a:r>
          </a:p>
          <a:p>
            <a:pPr marL="142875" indent="-142875">
              <a:lnSpc>
                <a:spcPct val="90000"/>
              </a:lnSpc>
              <a:spcBef>
                <a:spcPts val="240"/>
              </a:spcBef>
              <a:buFont typeface="Arial" panose="020B0604020202020204" pitchFamily="34" charset="0"/>
              <a:buChar char="•"/>
            </a:pPr>
            <a:r>
              <a:rPr lang="en-US" sz="1200" b="1"/>
              <a:t>Monsoon &amp; hazard readiness at risk: </a:t>
            </a:r>
            <a:r>
              <a:rPr lang="en-US" sz="1200"/>
              <a:t>The </a:t>
            </a:r>
            <a:r>
              <a:rPr lang="en-US" sz="1200" b="1">
                <a:solidFill>
                  <a:schemeClr val="accent2"/>
                </a:solidFill>
              </a:rPr>
              <a:t>11.2M gap (63%) in slope stabilization </a:t>
            </a:r>
            <a:r>
              <a:rPr lang="en-US" sz="1200"/>
              <a:t>activities places at least 34,000 shelters and approximately 163,000 refugees at heightened risk from landslides and other environmental hazards within the camps. At the same time, refugees lack access to post-disaster shelter repair materials, while emergency non-food item (</a:t>
            </a:r>
            <a:r>
              <a:rPr lang="en-US" sz="1200" b="1">
                <a:solidFill>
                  <a:schemeClr val="accent2"/>
                </a:solidFill>
              </a:rPr>
              <a:t>NFI) stocks remain critically low, </a:t>
            </a:r>
            <a:r>
              <a:rPr lang="en-US" sz="1200"/>
              <a:t>with an 86.8% / </a:t>
            </a:r>
            <a:r>
              <a:rPr lang="en-US" sz="1200" b="1">
                <a:solidFill>
                  <a:schemeClr val="accent2"/>
                </a:solidFill>
              </a:rPr>
              <a:t>11.2M  funding gap</a:t>
            </a:r>
            <a:r>
              <a:rPr lang="en-US" sz="1200"/>
              <a:t>. Without immediate support, the ability to respond to and recover from hazard-related incidents will be severely constrained, increasing protection and shelter risks for affected populations.</a:t>
            </a:r>
          </a:p>
        </p:txBody>
      </p:sp>
      <p:sp>
        <p:nvSpPr>
          <p:cNvPr id="50" name="TextBox 49">
            <a:extLst>
              <a:ext uri="{FF2B5EF4-FFF2-40B4-BE49-F238E27FC236}">
                <a16:creationId xmlns:a16="http://schemas.microsoft.com/office/drawing/2014/main" id="{679EA3E8-7872-1E00-87C8-F777A20FB422}"/>
              </a:ext>
            </a:extLst>
          </p:cNvPr>
          <p:cNvSpPr txBox="1"/>
          <p:nvPr/>
        </p:nvSpPr>
        <p:spPr>
          <a:xfrm>
            <a:off x="4742580" y="3154954"/>
            <a:ext cx="7405376" cy="1142685"/>
          </a:xfrm>
          <a:prstGeom prst="rect">
            <a:avLst/>
          </a:prstGeom>
          <a:noFill/>
        </p:spPr>
        <p:txBody>
          <a:bodyPr wrap="square" lIns="91440" tIns="45720" rIns="91440" bIns="45720" rtlCol="0" anchor="t">
            <a:spAutoFit/>
          </a:bodyPr>
          <a:lstStyle/>
          <a:p>
            <a:r>
              <a:rPr lang="en-US" sz="1200" b="1">
                <a:solidFill>
                  <a:srgbClr val="006666"/>
                </a:solidFill>
              </a:rPr>
              <a:t>Impact of Greater Middle East Crisis</a:t>
            </a:r>
          </a:p>
          <a:p>
            <a:pPr marL="142875" indent="-142875">
              <a:lnSpc>
                <a:spcPct val="88000"/>
              </a:lnSpc>
              <a:spcBef>
                <a:spcPts val="200"/>
              </a:spcBef>
              <a:buFont typeface="Arial" panose="020B0604020202020204" pitchFamily="34" charset="0"/>
              <a:buChar char="•"/>
            </a:pPr>
            <a:r>
              <a:rPr lang="en-US" sz="1200" b="1"/>
              <a:t>LPG price volatility is material: </a:t>
            </a:r>
            <a:r>
              <a:rPr lang="en-US" sz="1200"/>
              <a:t>C</a:t>
            </a:r>
            <a:r>
              <a:rPr lang="en-US" sz="1100">
                <a:ea typeface="+mn-lt"/>
                <a:cs typeface="+mn-lt"/>
              </a:rPr>
              <a:t>ost of LPG refill increased by 29% since January while the refugee population grew by 2% from January to May. If prices remain around USD 18, a funding shortfall of </a:t>
            </a:r>
            <a:r>
              <a:rPr lang="en-US" sz="1200" b="1">
                <a:solidFill>
                  <a:schemeClr val="accent2"/>
                </a:solidFill>
              </a:rPr>
              <a:t> 12M</a:t>
            </a:r>
            <a:r>
              <a:rPr lang="en-US" sz="1100">
                <a:ea typeface="+mn-lt"/>
                <a:cs typeface="+mn-lt"/>
              </a:rPr>
              <a:t> is anticipated by </a:t>
            </a:r>
            <a:r>
              <a:rPr lang="en-US" sz="1200" b="1">
                <a:solidFill>
                  <a:schemeClr val="accent2"/>
                </a:solidFill>
              </a:rPr>
              <a:t>mid-September,</a:t>
            </a:r>
            <a:r>
              <a:rPr lang="en-US" sz="1100">
                <a:ea typeface="+mn-lt"/>
                <a:cs typeface="+mn-lt"/>
              </a:rPr>
              <a:t> necessitating additional support to meet needs through the end of the year.</a:t>
            </a:r>
          </a:p>
          <a:p>
            <a:pPr marL="142875" indent="-142875">
              <a:lnSpc>
                <a:spcPct val="88000"/>
              </a:lnSpc>
              <a:spcBef>
                <a:spcPts val="200"/>
              </a:spcBef>
              <a:buFont typeface="Arial" panose="020B0604020202020204" pitchFamily="34" charset="0"/>
              <a:buChar char="•"/>
            </a:pPr>
            <a:r>
              <a:rPr lang="en-US" sz="1200" b="1"/>
              <a:t>Donor attention needed </a:t>
            </a:r>
            <a:r>
              <a:rPr lang="en-US" sz="1200"/>
              <a:t>to avoid LPG interruption and protect life-saving shelter/NFI pipelines if regional pressure rises.</a:t>
            </a:r>
          </a:p>
        </p:txBody>
      </p:sp>
      <p:sp>
        <p:nvSpPr>
          <p:cNvPr id="53" name="TextBox 52">
            <a:extLst>
              <a:ext uri="{FF2B5EF4-FFF2-40B4-BE49-F238E27FC236}">
                <a16:creationId xmlns:a16="http://schemas.microsoft.com/office/drawing/2014/main" id="{783D5B39-D870-352A-17F5-4A66D737C911}"/>
              </a:ext>
            </a:extLst>
          </p:cNvPr>
          <p:cNvSpPr txBox="1"/>
          <p:nvPr/>
        </p:nvSpPr>
        <p:spPr>
          <a:xfrm>
            <a:off x="23914" y="3150897"/>
            <a:ext cx="1500512" cy="276999"/>
          </a:xfrm>
          <a:prstGeom prst="rect">
            <a:avLst/>
          </a:prstGeom>
          <a:noFill/>
          <a:ln>
            <a:noFill/>
          </a:ln>
        </p:spPr>
        <p:txBody>
          <a:bodyPr wrap="square" lIns="91440" tIns="45720" rIns="91440" bIns="45720" rtlCol="0" anchor="t">
            <a:spAutoFit/>
          </a:bodyPr>
          <a:lstStyle>
            <a:defPPr>
              <a:defRPr lang="en-US"/>
            </a:defPPr>
            <a:lvl1pPr algn="just">
              <a:spcAft>
                <a:spcPts val="600"/>
              </a:spcAft>
              <a:defRPr sz="1200" b="1">
                <a:solidFill>
                  <a:srgbClr val="006666"/>
                </a:solidFill>
                <a:cs typeface="Arial"/>
              </a:defRPr>
            </a:lvl1pPr>
          </a:lstStyle>
          <a:p>
            <a:r>
              <a:rPr lang="en-US"/>
              <a:t>Funding by priority</a:t>
            </a:r>
          </a:p>
        </p:txBody>
      </p:sp>
      <p:pic>
        <p:nvPicPr>
          <p:cNvPr id="58" name="Picture 57">
            <a:extLst>
              <a:ext uri="{FF2B5EF4-FFF2-40B4-BE49-F238E27FC236}">
                <a16:creationId xmlns:a16="http://schemas.microsoft.com/office/drawing/2014/main" id="{A92437EC-0295-91E5-7024-DCB6AEACF026}"/>
              </a:ext>
            </a:extLst>
          </p:cNvPr>
          <p:cNvPicPr>
            <a:picLocks noChangeAspect="1"/>
          </p:cNvPicPr>
          <p:nvPr/>
        </p:nvPicPr>
        <p:blipFill>
          <a:blip r:embed="rId8"/>
          <a:stretch>
            <a:fillRect/>
          </a:stretch>
        </p:blipFill>
        <p:spPr>
          <a:xfrm>
            <a:off x="3052204" y="2028936"/>
            <a:ext cx="1315378" cy="669944"/>
          </a:xfrm>
          <a:prstGeom prst="rect">
            <a:avLst/>
          </a:prstGeom>
        </p:spPr>
      </p:pic>
      <p:sp>
        <p:nvSpPr>
          <p:cNvPr id="59" name="TextBox 58">
            <a:extLst>
              <a:ext uri="{FF2B5EF4-FFF2-40B4-BE49-F238E27FC236}">
                <a16:creationId xmlns:a16="http://schemas.microsoft.com/office/drawing/2014/main" id="{E0293F7A-FB4B-FA8C-6AB2-84E98FB37AB8}"/>
              </a:ext>
            </a:extLst>
          </p:cNvPr>
          <p:cNvSpPr txBox="1"/>
          <p:nvPr/>
        </p:nvSpPr>
        <p:spPr>
          <a:xfrm>
            <a:off x="2933407" y="1363536"/>
            <a:ext cx="1281399" cy="461665"/>
          </a:xfrm>
          <a:prstGeom prst="rect">
            <a:avLst/>
          </a:prstGeom>
          <a:noFill/>
        </p:spPr>
        <p:txBody>
          <a:bodyPr wrap="square" rtlCol="0">
            <a:spAutoFit/>
          </a:bodyPr>
          <a:lstStyle/>
          <a:p>
            <a:r>
              <a:rPr lang="en-US" sz="1200" b="1">
                <a:solidFill>
                  <a:srgbClr val="006666"/>
                </a:solidFill>
              </a:rPr>
              <a:t>42% funded</a:t>
            </a:r>
          </a:p>
          <a:p>
            <a:r>
              <a:rPr lang="en-US" sz="1200" b="1">
                <a:solidFill>
                  <a:schemeClr val="accent2"/>
                </a:solidFill>
              </a:rPr>
              <a:t>58% gap</a:t>
            </a:r>
          </a:p>
        </p:txBody>
      </p:sp>
      <p:sp>
        <p:nvSpPr>
          <p:cNvPr id="60" name="TextBox 59">
            <a:extLst>
              <a:ext uri="{FF2B5EF4-FFF2-40B4-BE49-F238E27FC236}">
                <a16:creationId xmlns:a16="http://schemas.microsoft.com/office/drawing/2014/main" id="{A7860A65-3575-1861-F65A-591F91AD1E0E}"/>
              </a:ext>
            </a:extLst>
          </p:cNvPr>
          <p:cNvSpPr txBox="1"/>
          <p:nvPr/>
        </p:nvSpPr>
        <p:spPr>
          <a:xfrm>
            <a:off x="23914" y="4739038"/>
            <a:ext cx="4623004" cy="276999"/>
          </a:xfrm>
          <a:prstGeom prst="rect">
            <a:avLst/>
          </a:prstGeom>
          <a:noFill/>
          <a:ln>
            <a:noFill/>
          </a:ln>
        </p:spPr>
        <p:txBody>
          <a:bodyPr wrap="square" lIns="91440" tIns="45720" rIns="91440" bIns="45720" rtlCol="0" anchor="t">
            <a:spAutoFit/>
          </a:bodyPr>
          <a:lstStyle>
            <a:defPPr>
              <a:defRPr lang="en-US"/>
            </a:defPPr>
            <a:lvl1pPr algn="just">
              <a:spcAft>
                <a:spcPts val="600"/>
              </a:spcAft>
              <a:defRPr sz="1200" b="1">
                <a:solidFill>
                  <a:srgbClr val="006666"/>
                </a:solidFill>
                <a:cs typeface="Arial"/>
              </a:defRPr>
            </a:lvl1pPr>
          </a:lstStyle>
          <a:p>
            <a:r>
              <a:rPr lang="en-US"/>
              <a:t>Achievements</a:t>
            </a:r>
          </a:p>
        </p:txBody>
      </p:sp>
      <p:pic>
        <p:nvPicPr>
          <p:cNvPr id="6" name="Picture 5">
            <a:extLst>
              <a:ext uri="{FF2B5EF4-FFF2-40B4-BE49-F238E27FC236}">
                <a16:creationId xmlns:a16="http://schemas.microsoft.com/office/drawing/2014/main" id="{F5E2CBB1-2C6A-4074-2B6A-F9935E89A5ED}"/>
              </a:ext>
            </a:extLst>
          </p:cNvPr>
          <p:cNvPicPr>
            <a:picLocks noChangeAspect="1"/>
          </p:cNvPicPr>
          <p:nvPr/>
        </p:nvPicPr>
        <p:blipFill>
          <a:blip r:embed="rId9"/>
          <a:stretch>
            <a:fillRect/>
          </a:stretch>
        </p:blipFill>
        <p:spPr>
          <a:xfrm>
            <a:off x="92733" y="3419092"/>
            <a:ext cx="4457386" cy="1260007"/>
          </a:xfrm>
          <a:prstGeom prst="rect">
            <a:avLst/>
          </a:prstGeom>
        </p:spPr>
      </p:pic>
      <p:sp>
        <p:nvSpPr>
          <p:cNvPr id="4" name="Rectangle 3">
            <a:extLst>
              <a:ext uri="{FF2B5EF4-FFF2-40B4-BE49-F238E27FC236}">
                <a16:creationId xmlns:a16="http://schemas.microsoft.com/office/drawing/2014/main" id="{11B78850-9BF7-9072-533B-253C89CBE910}"/>
              </a:ext>
            </a:extLst>
          </p:cNvPr>
          <p:cNvSpPr/>
          <p:nvPr/>
        </p:nvSpPr>
        <p:spPr>
          <a:xfrm>
            <a:off x="3111426" y="4869758"/>
            <a:ext cx="187263" cy="8808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7" name="TextBox 6">
            <a:extLst>
              <a:ext uri="{FF2B5EF4-FFF2-40B4-BE49-F238E27FC236}">
                <a16:creationId xmlns:a16="http://schemas.microsoft.com/office/drawing/2014/main" id="{CA6084E4-72A2-269A-16D0-04DA906769A0}"/>
              </a:ext>
            </a:extLst>
          </p:cNvPr>
          <p:cNvSpPr txBox="1"/>
          <p:nvPr/>
        </p:nvSpPr>
        <p:spPr>
          <a:xfrm>
            <a:off x="3283948" y="4792305"/>
            <a:ext cx="1266171" cy="230832"/>
          </a:xfrm>
          <a:prstGeom prst="rect">
            <a:avLst/>
          </a:prstGeom>
          <a:noFill/>
        </p:spPr>
        <p:txBody>
          <a:bodyPr wrap="square" rtlCol="0">
            <a:spAutoFit/>
          </a:bodyPr>
          <a:lstStyle/>
          <a:p>
            <a:r>
              <a:rPr lang="en-US" sz="900"/>
              <a:t>Reached/achieved</a:t>
            </a:r>
          </a:p>
        </p:txBody>
      </p:sp>
      <p:sp>
        <p:nvSpPr>
          <p:cNvPr id="8" name="TextBox 7">
            <a:extLst>
              <a:ext uri="{FF2B5EF4-FFF2-40B4-BE49-F238E27FC236}">
                <a16:creationId xmlns:a16="http://schemas.microsoft.com/office/drawing/2014/main" id="{F1FF9271-D84F-383F-9A3C-62EE306EE6D5}"/>
              </a:ext>
            </a:extLst>
          </p:cNvPr>
          <p:cNvSpPr txBox="1"/>
          <p:nvPr/>
        </p:nvSpPr>
        <p:spPr>
          <a:xfrm>
            <a:off x="-8414" y="6150532"/>
            <a:ext cx="3157442" cy="553998"/>
          </a:xfrm>
          <a:prstGeom prst="rect">
            <a:avLst/>
          </a:prstGeom>
          <a:noFill/>
        </p:spPr>
        <p:txBody>
          <a:bodyPr wrap="square" lIns="91440" tIns="45720" rIns="91440" bIns="45720" anchor="t">
            <a:spAutoFit/>
          </a:bodyPr>
          <a:lstStyle>
            <a:defPPr>
              <a:defRPr lang="en-US"/>
            </a:defPPr>
            <a:lvl1pPr>
              <a:defRPr sz="1100"/>
            </a:lvl1pPr>
          </a:lstStyle>
          <a:p>
            <a:r>
              <a:rPr lang="en-US"/>
              <a:t>Slope Stabilization (43,208 sq-m completed against a target of 427,212 sq m) </a:t>
            </a:r>
            <a:r>
              <a:rPr lang="en-US" sz="800" i="1">
                <a:highlight>
                  <a:srgbClr val="FCFBFB"/>
                </a:highlight>
                <a:ea typeface="+mn-lt"/>
                <a:cs typeface="+mn-lt"/>
              </a:rPr>
              <a:t>*WFP and FAO will start slope stabilization activities during this monsoon season.</a:t>
            </a:r>
            <a:endParaRPr lang="en-US"/>
          </a:p>
        </p:txBody>
      </p:sp>
      <p:graphicFrame>
        <p:nvGraphicFramePr>
          <p:cNvPr id="18" name="Chart 17">
            <a:extLst>
              <a:ext uri="{FF2B5EF4-FFF2-40B4-BE49-F238E27FC236}">
                <a16:creationId xmlns:a16="http://schemas.microsoft.com/office/drawing/2014/main" id="{E8E0E1BA-6E15-9630-DA06-0A815F4AD838}"/>
              </a:ext>
            </a:extLst>
          </p:cNvPr>
          <p:cNvGraphicFramePr>
            <a:graphicFrameLocks/>
          </p:cNvGraphicFramePr>
          <p:nvPr>
            <p:extLst>
              <p:ext uri="{D42A27DB-BD31-4B8C-83A1-F6EECF244321}">
                <p14:modId xmlns:p14="http://schemas.microsoft.com/office/powerpoint/2010/main" val="3280264360"/>
              </p:ext>
            </p:extLst>
          </p:nvPr>
        </p:nvGraphicFramePr>
        <p:xfrm>
          <a:off x="3002116" y="4854641"/>
          <a:ext cx="2425380" cy="2272153"/>
        </p:xfrm>
        <a:graphic>
          <a:graphicData uri="http://schemas.openxmlformats.org/drawingml/2006/chart">
            <c:chart xmlns:c="http://schemas.openxmlformats.org/drawingml/2006/chart" xmlns:r="http://schemas.openxmlformats.org/officeDocument/2006/relationships" r:id="rId10"/>
          </a:graphicData>
        </a:graphic>
      </p:graphicFrame>
      <p:cxnSp>
        <p:nvCxnSpPr>
          <p:cNvPr id="12" name="Straight Connector 11">
            <a:extLst>
              <a:ext uri="{FF2B5EF4-FFF2-40B4-BE49-F238E27FC236}">
                <a16:creationId xmlns:a16="http://schemas.microsoft.com/office/drawing/2014/main" id="{19912A24-1584-2208-0E2C-3F4D69243E8A}"/>
              </a:ext>
            </a:extLst>
          </p:cNvPr>
          <p:cNvCxnSpPr>
            <a:cxnSpLocks/>
          </p:cNvCxnSpPr>
          <p:nvPr/>
        </p:nvCxnSpPr>
        <p:spPr>
          <a:xfrm>
            <a:off x="4695956" y="874808"/>
            <a:ext cx="14287" cy="4829175"/>
          </a:xfrm>
          <a:prstGeom prst="line">
            <a:avLst/>
          </a:prstGeom>
          <a:ln>
            <a:solidFill>
              <a:srgbClr val="7030A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29551798"/>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FDCDB-4FFC-6493-DB55-7FB32DCBB757}"/>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C59C5C0-1D06-2AD0-A8C3-E0B755390098}"/>
              </a:ext>
            </a:extLst>
          </p:cNvPr>
          <p:cNvCxnSpPr/>
          <p:nvPr/>
        </p:nvCxnSpPr>
        <p:spPr>
          <a:xfrm>
            <a:off x="2135312" y="3082247"/>
            <a:ext cx="7921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8C9E9215-77C4-4723-7A7E-B4613618544B}"/>
              </a:ext>
            </a:extLst>
          </p:cNvPr>
          <p:cNvCxnSpPr>
            <a:cxnSpLocks/>
          </p:cNvCxnSpPr>
          <p:nvPr/>
        </p:nvCxnSpPr>
        <p:spPr>
          <a:xfrm>
            <a:off x="4027470" y="3234648"/>
            <a:ext cx="440761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7AEA077-F5F6-E1C8-2465-426752D62E37}"/>
              </a:ext>
            </a:extLst>
          </p:cNvPr>
          <p:cNvSpPr txBox="1"/>
          <p:nvPr/>
        </p:nvSpPr>
        <p:spPr>
          <a:xfrm>
            <a:off x="333376" y="2019313"/>
            <a:ext cx="9429080"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1"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7" name="Rectangle 6">
            <a:extLst>
              <a:ext uri="{FF2B5EF4-FFF2-40B4-BE49-F238E27FC236}">
                <a16:creationId xmlns:a16="http://schemas.microsoft.com/office/drawing/2014/main" id="{84AD8CDB-7A07-B84E-1EF2-B960BFED7D9B}"/>
              </a:ext>
            </a:extLst>
          </p:cNvPr>
          <p:cNvSpPr/>
          <p:nvPr/>
        </p:nvSpPr>
        <p:spPr>
          <a:xfrm>
            <a:off x="0" y="2510747"/>
            <a:ext cx="12192000" cy="1143000"/>
          </a:xfrm>
          <a:prstGeom prst="rect">
            <a:avLst/>
          </a:prstGeom>
          <a:solidFill>
            <a:srgbClr val="1B65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panose="02110004020202020204"/>
                <a:ea typeface="+mn-ea"/>
                <a:cs typeface="+mn-cs"/>
              </a:rPr>
              <a:t>SMART Updates</a:t>
            </a:r>
          </a:p>
        </p:txBody>
      </p:sp>
    </p:spTree>
    <p:extLst>
      <p:ext uri="{BB962C8B-B14F-4D97-AF65-F5344CB8AC3E}">
        <p14:creationId xmlns:p14="http://schemas.microsoft.com/office/powerpoint/2010/main" val="17859189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09172-6108-85D3-30C7-3735C39A0D0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9C240F7-398B-F2B8-AE4A-C1464E07B4B5}"/>
              </a:ext>
            </a:extLst>
          </p:cNvPr>
          <p:cNvSpPr/>
          <p:nvPr/>
        </p:nvSpPr>
        <p:spPr>
          <a:xfrm>
            <a:off x="0" y="0"/>
            <a:ext cx="12192000" cy="476249"/>
          </a:xfrm>
          <a:prstGeom prst="rect">
            <a:avLst/>
          </a:prstGeom>
          <a:solidFill>
            <a:srgbClr val="1B65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a:t>SMAMT UPDATE</a:t>
            </a:r>
          </a:p>
        </p:txBody>
      </p:sp>
      <p:grpSp>
        <p:nvGrpSpPr>
          <p:cNvPr id="16" name="Group 15">
            <a:extLst>
              <a:ext uri="{FF2B5EF4-FFF2-40B4-BE49-F238E27FC236}">
                <a16:creationId xmlns:a16="http://schemas.microsoft.com/office/drawing/2014/main" id="{B2CA9BE0-FEEF-4EAB-BD8D-E90E21BA1518}"/>
              </a:ext>
            </a:extLst>
          </p:cNvPr>
          <p:cNvGrpSpPr/>
          <p:nvPr/>
        </p:nvGrpSpPr>
        <p:grpSpPr>
          <a:xfrm>
            <a:off x="0" y="428625"/>
            <a:ext cx="12192000" cy="6096000"/>
            <a:chOff x="0" y="381000"/>
            <a:chExt cx="12192000" cy="6096000"/>
          </a:xfrm>
        </p:grpSpPr>
        <p:pic>
          <p:nvPicPr>
            <p:cNvPr id="5" name="Picture 4">
              <a:extLst>
                <a:ext uri="{FF2B5EF4-FFF2-40B4-BE49-F238E27FC236}">
                  <a16:creationId xmlns:a16="http://schemas.microsoft.com/office/drawing/2014/main" id="{206AC134-A179-C219-8446-294A918E99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12192000" cy="6096000"/>
            </a:xfrm>
            <a:prstGeom prst="rect">
              <a:avLst/>
            </a:prstGeom>
          </p:spPr>
        </p:pic>
        <p:sp>
          <p:nvSpPr>
            <p:cNvPr id="7" name="Rectangle: Rounded Corners 6">
              <a:extLst>
                <a:ext uri="{FF2B5EF4-FFF2-40B4-BE49-F238E27FC236}">
                  <a16:creationId xmlns:a16="http://schemas.microsoft.com/office/drawing/2014/main" id="{9E4566FE-7826-0DB7-1A24-0DE4C50CFFC0}"/>
                </a:ext>
              </a:extLst>
            </p:cNvPr>
            <p:cNvSpPr/>
            <p:nvPr/>
          </p:nvSpPr>
          <p:spPr>
            <a:xfrm>
              <a:off x="5086349" y="1066800"/>
              <a:ext cx="2124075" cy="3581400"/>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951FC908-ADBE-B5DC-F807-CE062A41CAF7}"/>
                </a:ext>
              </a:extLst>
            </p:cNvPr>
            <p:cNvSpPr/>
            <p:nvPr/>
          </p:nvSpPr>
          <p:spPr>
            <a:xfrm>
              <a:off x="2085977" y="5057774"/>
              <a:ext cx="7639048" cy="695325"/>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886B6284-F831-A971-EB13-BCEE6B642DDB}"/>
                </a:ext>
              </a:extLst>
            </p:cNvPr>
            <p:cNvCxnSpPr>
              <a:cxnSpLocks/>
            </p:cNvCxnSpPr>
            <p:nvPr/>
          </p:nvCxnSpPr>
          <p:spPr>
            <a:xfrm flipV="1">
              <a:off x="6119812" y="4648200"/>
              <a:ext cx="0" cy="40957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736684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F2089-AE9B-331C-CAB4-58912210D3EE}"/>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59AAB0C-A4E1-1089-199B-A18D27F65B7A}"/>
              </a:ext>
            </a:extLst>
          </p:cNvPr>
          <p:cNvCxnSpPr/>
          <p:nvPr/>
        </p:nvCxnSpPr>
        <p:spPr>
          <a:xfrm>
            <a:off x="2135312" y="3082247"/>
            <a:ext cx="7921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FE31468-296F-7D6B-240F-73C7F4318316}"/>
              </a:ext>
            </a:extLst>
          </p:cNvPr>
          <p:cNvCxnSpPr>
            <a:cxnSpLocks/>
          </p:cNvCxnSpPr>
          <p:nvPr/>
        </p:nvCxnSpPr>
        <p:spPr>
          <a:xfrm>
            <a:off x="4027470" y="3234648"/>
            <a:ext cx="440761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FB89CB4-12EB-130D-78BA-96595293BE4D}"/>
              </a:ext>
            </a:extLst>
          </p:cNvPr>
          <p:cNvSpPr txBox="1"/>
          <p:nvPr/>
        </p:nvSpPr>
        <p:spPr>
          <a:xfrm>
            <a:off x="333376" y="2019313"/>
            <a:ext cx="9429080"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1" i="0" u="none" strike="noStrike" kern="1200" cap="none" spc="0" normalizeH="0" baseline="0" noProof="0">
              <a:ln>
                <a:noFill/>
              </a:ln>
              <a:solidFill>
                <a:srgbClr val="242424"/>
              </a:solidFill>
              <a:effectLst/>
              <a:uLnTx/>
              <a:uFillTx/>
              <a:latin typeface="Segoe UI" panose="020B0502040204020203" pitchFamily="34" charset="0"/>
              <a:ea typeface="+mn-ea"/>
              <a:cs typeface="+mn-cs"/>
            </a:endParaRPr>
          </a:p>
        </p:txBody>
      </p:sp>
      <p:sp>
        <p:nvSpPr>
          <p:cNvPr id="7" name="Rectangle 6">
            <a:extLst>
              <a:ext uri="{FF2B5EF4-FFF2-40B4-BE49-F238E27FC236}">
                <a16:creationId xmlns:a16="http://schemas.microsoft.com/office/drawing/2014/main" id="{B8D7728B-B4DC-67F9-D914-2AE7CE1CF786}"/>
              </a:ext>
            </a:extLst>
          </p:cNvPr>
          <p:cNvSpPr/>
          <p:nvPr/>
        </p:nvSpPr>
        <p:spPr>
          <a:xfrm>
            <a:off x="0" y="2510747"/>
            <a:ext cx="12192000" cy="1143000"/>
          </a:xfrm>
          <a:prstGeom prst="rect">
            <a:avLst/>
          </a:prstGeom>
          <a:solidFill>
            <a:srgbClr val="1B65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prstClr val="white"/>
                </a:solidFill>
                <a:effectLst/>
                <a:uLnTx/>
                <a:uFillTx/>
                <a:latin typeface="Aptos" panose="02110004020202020204"/>
                <a:ea typeface="+mn-ea"/>
                <a:cs typeface="+mn-cs"/>
              </a:rPr>
              <a:t>CBI-NFI Updates</a:t>
            </a:r>
          </a:p>
        </p:txBody>
      </p:sp>
    </p:spTree>
    <p:extLst>
      <p:ext uri="{BB962C8B-B14F-4D97-AF65-F5344CB8AC3E}">
        <p14:creationId xmlns:p14="http://schemas.microsoft.com/office/powerpoint/2010/main" val="622246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2ED"/>
        </a:solidFill>
        <a:effectLst/>
      </p:bgPr>
    </p:bg>
    <p:spTree>
      <p:nvGrpSpPr>
        <p:cNvPr id="1" name=""/>
        <p:cNvGrpSpPr/>
        <p:nvPr/>
      </p:nvGrpSpPr>
      <p:grpSpPr>
        <a:xfrm>
          <a:off x="0" y="0"/>
          <a:ext cx="0" cy="0"/>
          <a:chOff x="0" y="0"/>
          <a:chExt cx="0" cy="0"/>
        </a:xfrm>
      </p:grpSpPr>
      <p:sp>
        <p:nvSpPr>
          <p:cNvPr id="2" name="Shape 0"/>
          <p:cNvSpPr/>
          <p:nvPr/>
        </p:nvSpPr>
        <p:spPr>
          <a:xfrm>
            <a:off x="0" y="228600"/>
            <a:ext cx="3977640" cy="6858000"/>
          </a:xfrm>
          <a:prstGeom prst="rect">
            <a:avLst/>
          </a:prstGeom>
          <a:solidFill>
            <a:srgbClr val="0C5A6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with </a:t>
            </a: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0" y="0"/>
            <a:ext cx="3977640" cy="1737360"/>
          </a:xfrm>
          <a:prstGeom prst="rect">
            <a:avLst/>
          </a:prstGeom>
          <a:solidFill>
            <a:srgbClr val="073B4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594360" y="228600"/>
            <a:ext cx="31089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a:ln>
                  <a:noFill/>
                </a:ln>
                <a:solidFill>
                  <a:srgbClr val="BFE0E2"/>
                </a:solidFill>
                <a:effectLst/>
                <a:uLnTx/>
                <a:uFillTx/>
                <a:latin typeface="Trebuchet MS" pitchFamily="34" charset="0"/>
                <a:ea typeface="Trebuchet MS" pitchFamily="34" charset="-122"/>
                <a:cs typeface="Trebuchet MS" pitchFamily="34" charset="-120"/>
              </a:rPr>
              <a:t>CONCEPT NOTE  ·  v. June 2026</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548640" y="1018090"/>
            <a:ext cx="3200400" cy="1097280"/>
          </a:xfrm>
          <a:prstGeom prst="rect">
            <a:avLst/>
          </a:prstGeom>
          <a:noFill/>
          <a:ln/>
        </p:spPr>
        <p:txBody>
          <a:bodyPr wrap="square" lIns="0" tIns="0" rIns="0" bIns="0" rtlCol="0" anchor="ctr"/>
          <a:lstStyle/>
          <a:p>
            <a:pPr marL="0" marR="0" lvl="0" indent="0" algn="l" defTabSz="914400" rtl="0" eaLnBrk="1" fontAlgn="auto" latinLnBrk="0" hangingPunct="1">
              <a:lnSpc>
                <a:spcPts val="3100"/>
              </a:lnSpc>
              <a:spcBef>
                <a:spcPts val="0"/>
              </a:spcBef>
              <a:spcAft>
                <a:spcPts val="0"/>
              </a:spcAft>
              <a:buClrTx/>
              <a:buSzTx/>
              <a:buFontTx/>
              <a:buNone/>
              <a:tabLst/>
              <a:defRPr/>
            </a:pPr>
            <a:r>
              <a:rPr kumimoji="0" lang="en-US" sz="2800" b="1" i="0" u="none" strike="noStrike" kern="1200" cap="none" spc="0" normalizeH="0" baseline="0" noProof="0">
                <a:ln>
                  <a:noFill/>
                </a:ln>
                <a:solidFill>
                  <a:prstClr val="white"/>
                </a:solidFill>
                <a:effectLst/>
                <a:uLnTx/>
                <a:uFillTx/>
                <a:latin typeface="Trebuchet MS" pitchFamily="34" charset="0"/>
                <a:ea typeface="+mn-ea"/>
                <a:cs typeface="+mn-cs"/>
              </a:rPr>
              <a:t>Cross-Sector NFI Mapping &amp; Delivery Options</a:t>
            </a:r>
          </a:p>
        </p:txBody>
      </p:sp>
      <p:sp>
        <p:nvSpPr>
          <p:cNvPr id="6" name="Text 4"/>
          <p:cNvSpPr/>
          <p:nvPr/>
        </p:nvSpPr>
        <p:spPr>
          <a:xfrm>
            <a:off x="548640" y="2057400"/>
            <a:ext cx="3200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a:ln>
                  <a:noFill/>
                </a:ln>
                <a:solidFill>
                  <a:srgbClr val="D7E9EA"/>
                </a:solidFill>
                <a:effectLst/>
                <a:uLnTx/>
                <a:uFillTx/>
                <a:latin typeface="Calibri" pitchFamily="34" charset="0"/>
                <a:ea typeface="Calibri" pitchFamily="34" charset="-122"/>
                <a:cs typeface="Calibri" pitchFamily="34" charset="-120"/>
              </a:rPr>
              <a:t>In-kind · Voucher · Cash-Based Modalities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548640" y="2971800"/>
            <a:ext cx="29260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a:ln>
                  <a:noFill/>
                </a:ln>
                <a:solidFill>
                  <a:srgbClr val="BFE0E2"/>
                </a:solidFill>
                <a:effectLst/>
                <a:uLnTx/>
                <a:uFillTx/>
                <a:latin typeface="Trebuchet MS" pitchFamily="34" charset="0"/>
                <a:ea typeface="Trebuchet MS" pitchFamily="34" charset="-122"/>
                <a:cs typeface="Trebuchet MS" pitchFamily="34" charset="-120"/>
              </a:rPr>
              <a:t>LEAD</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48640" y="3191256"/>
            <a:ext cx="3017520" cy="640080"/>
          </a:xfrm>
          <a:prstGeom prst="rect">
            <a:avLst/>
          </a:prstGeom>
          <a:noFill/>
          <a:ln/>
        </p:spPr>
        <p:txBody>
          <a:bodyPr wrap="square" lIns="0" tIns="0" rIns="0" bIns="0" rtlCol="0" anchor="t"/>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RCP support by SCCCM</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48640" y="3822192"/>
            <a:ext cx="29260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a:ln>
                  <a:noFill/>
                </a:ln>
                <a:solidFill>
                  <a:srgbClr val="BFE0E2"/>
                </a:solidFill>
                <a:effectLst/>
                <a:uLnTx/>
                <a:uFillTx/>
                <a:latin typeface="Trebuchet MS" pitchFamily="34" charset="0"/>
                <a:ea typeface="Trebuchet MS" pitchFamily="34" charset="-122"/>
                <a:cs typeface="Trebuchet MS" pitchFamily="34" charset="-120"/>
              </a:rPr>
              <a:t>SCOPE</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48640" y="4064594"/>
            <a:ext cx="3017520" cy="640080"/>
          </a:xfrm>
          <a:prstGeom prst="rect">
            <a:avLst/>
          </a:prstGeom>
          <a:noFill/>
          <a:ln/>
        </p:spPr>
        <p:txBody>
          <a:bodyPr wrap="square" lIns="0" tIns="0" rIns="0" bIns="0" rtlCol="0" anchor="t"/>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Household NFIs only — a focused test case, not a response-wide CBI strategy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548640" y="5020056"/>
            <a:ext cx="29260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a:ln>
                  <a:noFill/>
                </a:ln>
                <a:solidFill>
                  <a:srgbClr val="BFE0E2"/>
                </a:solidFill>
                <a:effectLst/>
                <a:uLnTx/>
                <a:uFillTx/>
                <a:latin typeface="Trebuchet MS" pitchFamily="34" charset="0"/>
                <a:ea typeface="Trebuchet MS" pitchFamily="34" charset="-122"/>
                <a:cs typeface="Trebuchet MS" pitchFamily="34" charset="-120"/>
              </a:rPr>
              <a:t>ENDORSEMENT</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48640" y="5239512"/>
            <a:ext cx="3017520" cy="640080"/>
          </a:xfrm>
          <a:prstGeom prst="rect">
            <a:avLst/>
          </a:prstGeom>
          <a:noFill/>
          <a:ln/>
        </p:spPr>
        <p:txBody>
          <a:bodyPr wrap="square" lIns="0" tIns="0" rIns="0" bIns="0" rtlCol="0" anchor="t"/>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By end-July 2026 → feeds ISNA (Aug) &amp; JRP 2027 (Sep)</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4526280" y="640080"/>
            <a:ext cx="7022592"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a:ln>
                  <a:noFill/>
                </a:ln>
                <a:solidFill>
                  <a:srgbClr val="23282B"/>
                </a:solidFill>
                <a:effectLst/>
                <a:uLnTx/>
                <a:uFillTx/>
                <a:latin typeface="Trebuchet MS" pitchFamily="34" charset="0"/>
                <a:ea typeface="Trebuchet MS" pitchFamily="34" charset="-122"/>
                <a:cs typeface="Trebuchet MS" pitchFamily="34" charset="-120"/>
              </a:rPr>
              <a:t>Purpose</a:t>
            </a:r>
            <a:endParaRPr kumimoji="0" lang="en-US" sz="2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4526280" y="1188720"/>
            <a:ext cx="7022592" cy="1097280"/>
          </a:xfrm>
          <a:prstGeom prst="rect">
            <a:avLst/>
          </a:prstGeom>
          <a:noFill/>
          <a:ln/>
        </p:spPr>
        <p:txBody>
          <a:bodyPr wrap="square" lIns="0" tIns="0" rIns="0" bIns="0" rtlCol="0" anchor="t"/>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400" b="0" i="0" u="none" strike="noStrike" kern="1200" cap="none" spc="0" normalizeH="0" baseline="0" noProof="0">
                <a:ln>
                  <a:noFill/>
                </a:ln>
                <a:solidFill>
                  <a:srgbClr val="5C6469"/>
                </a:solidFill>
                <a:effectLst/>
                <a:uLnTx/>
                <a:uFillTx/>
                <a:latin typeface="Calibri" pitchFamily="34" charset="0"/>
                <a:ea typeface="Calibri" pitchFamily="34" charset="-122"/>
                <a:cs typeface="Calibri" pitchFamily="34" charset="-120"/>
              </a:rPr>
              <a:t>A time-bound </a:t>
            </a:r>
            <a:r>
              <a:rPr kumimoji="0" lang="en-US" sz="1400" b="0" i="0" u="none" strike="noStrike" kern="1200" cap="none" spc="0" normalizeH="0" baseline="0" noProof="0">
                <a:ln>
                  <a:noFill/>
                </a:ln>
                <a:solidFill>
                  <a:srgbClr val="FF0000"/>
                </a:solidFill>
                <a:effectLst/>
                <a:uLnTx/>
                <a:uFillTx/>
                <a:latin typeface="Calibri" pitchFamily="34" charset="0"/>
                <a:ea typeface="Calibri" pitchFamily="34" charset="-122"/>
                <a:cs typeface="Calibri" pitchFamily="34" charset="-120"/>
              </a:rPr>
              <a:t>exercise to assess whether selected household NFI assistance can be delivered more efficiently, consistently and locally </a:t>
            </a:r>
            <a:r>
              <a:rPr kumimoji="0" lang="en-US" sz="1400" b="0" i="0" u="none" strike="noStrike" kern="1200" cap="none" spc="0" normalizeH="0" baseline="0" noProof="0">
                <a:ln>
                  <a:noFill/>
                </a:ln>
                <a:solidFill>
                  <a:srgbClr val="5C6469"/>
                </a:solidFill>
                <a:effectLst/>
                <a:uLnTx/>
                <a:uFillTx/>
                <a:latin typeface="Calibri" pitchFamily="34" charset="0"/>
                <a:ea typeface="Calibri" pitchFamily="34" charset="-122"/>
                <a:cs typeface="Calibri" pitchFamily="34" charset="-120"/>
              </a:rPr>
              <a:t>— through in-kind, voucher or mixed cash/voucher modalities — to inform practical decisions for JRP 2027.</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4526280" y="2331720"/>
            <a:ext cx="7022592"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C5A63"/>
                </a:solidFill>
                <a:effectLst/>
                <a:uLnTx/>
                <a:uFillTx/>
                <a:latin typeface="Trebuchet MS" pitchFamily="34" charset="0"/>
                <a:ea typeface="Trebuchet MS" pitchFamily="34" charset="-122"/>
                <a:cs typeface="Trebuchet MS" pitchFamily="34" charset="-120"/>
              </a:rPr>
              <a:t>Why now</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4526280" y="2788920"/>
            <a:ext cx="7022592" cy="3108960"/>
          </a:xfrm>
          <a:prstGeom prst="rect">
            <a:avLst/>
          </a:prstGeom>
          <a:noFill/>
          <a:ln/>
        </p:spPr>
        <p:txBody>
          <a:bodyPr wrap="square" lIns="0" tIns="0" rIns="0" bIns="0" rtlCol="0" anchor="t"/>
          <a:lstStyle/>
          <a:p>
            <a:pPr marL="177800" marR="0" lvl="0" indent="-177800" algn="l" defTabSz="914400" rtl="0" eaLnBrk="1" fontAlgn="auto" latinLnBrk="0" hangingPunct="1">
              <a:lnSpc>
                <a:spcPts val="1600"/>
              </a:lnSpc>
              <a:spcBef>
                <a:spcPts val="0"/>
              </a:spcBef>
              <a:spcAft>
                <a:spcPts val="800"/>
              </a:spcAft>
              <a:buClrTx/>
              <a:buSzPct val="100000"/>
              <a:buFontTx/>
              <a:buChar char="•"/>
              <a:tabLst/>
              <a:defRPr/>
            </a:pPr>
            <a:r>
              <a:rPr kumimoji="0" lang="en-US" sz="13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Funding constraints &amp; reduced operational space — SCCCM NFI in JRP 2026 ≈ USD 12.9M (down from ~USD 35M in 2024).</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a:p>
            <a:pPr marL="177800" marR="0" lvl="0" indent="-177800" algn="l" defTabSz="914400" rtl="0" eaLnBrk="1" fontAlgn="auto" latinLnBrk="0" hangingPunct="1">
              <a:lnSpc>
                <a:spcPts val="1600"/>
              </a:lnSpc>
              <a:spcBef>
                <a:spcPts val="0"/>
              </a:spcBef>
              <a:spcAft>
                <a:spcPts val="800"/>
              </a:spcAft>
              <a:buClrTx/>
              <a:buSzPct val="100000"/>
              <a:buFontTx/>
              <a:buChar char="•"/>
              <a:tabLst/>
              <a:defRPr/>
            </a:pPr>
            <a:r>
              <a:rPr kumimoji="0" lang="en-US" sz="13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An existing monthly stock &amp; distribution monitoring system across 13 active NFI partners provides a ready basis to expand mapping cross-sector.</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a:p>
            <a:pPr marL="177800" marR="0" lvl="0" indent="-177800" algn="l" defTabSz="914400" rtl="0" eaLnBrk="1" fontAlgn="auto" latinLnBrk="0" hangingPunct="1">
              <a:lnSpc>
                <a:spcPts val="1600"/>
              </a:lnSpc>
              <a:spcBef>
                <a:spcPts val="0"/>
              </a:spcBef>
              <a:spcAft>
                <a:spcPts val="800"/>
              </a:spcAft>
              <a:buClrTx/>
              <a:buSzPct val="100000"/>
              <a:buFontTx/>
              <a:buChar char="•"/>
              <a:tabLst/>
              <a:defRPr/>
            </a:pPr>
            <a:r>
              <a:rPr kumimoji="0" lang="en-US" sz="13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Localization treated as a core lens — where goods/services can be produced, repaired, distributed or monitored via local/national partners and refugee-linked initiatives.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a:p>
            <a:pPr marL="177800" marR="0" lvl="0" indent="-177800" algn="l" defTabSz="914400" rtl="0" eaLnBrk="1" fontAlgn="auto" latinLnBrk="0" hangingPunct="1">
              <a:lnSpc>
                <a:spcPts val="1600"/>
              </a:lnSpc>
              <a:spcBef>
                <a:spcPts val="0"/>
              </a:spcBef>
              <a:spcAft>
                <a:spcPts val="800"/>
              </a:spcAft>
              <a:buClrTx/>
              <a:buSzPct val="100000"/>
              <a:buFontTx/>
              <a:buChar char="•"/>
              <a:tabLst/>
              <a:defRPr/>
            </a:pPr>
            <a:r>
              <a:rPr kumimoji="0" lang="en-US" sz="13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No assumption that cash or vouchers are always cheaper — UN tax exemptions &amp; bulk procurement can favour in-kind for some items.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11000232" y="6473952"/>
            <a:ext cx="5029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9296"/>
                </a:solidFill>
                <a:effectLst/>
                <a:uLnTx/>
                <a:uFillTx/>
                <a:latin typeface="Calibri" pitchFamily="34" charset="0"/>
                <a:ea typeface="Calibri" pitchFamily="34" charset="-122"/>
                <a:cs typeface="Calibri" pitchFamily="34" charset="-120"/>
              </a:rPr>
              <a:t>1</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23282B"/>
                </a:solidFill>
                <a:effectLst/>
                <a:uLnTx/>
                <a:uFillTx/>
                <a:latin typeface="Trebuchet MS" pitchFamily="34" charset="0"/>
                <a:ea typeface="Trebuchet MS" pitchFamily="34" charset="-122"/>
                <a:cs typeface="Trebuchet MS" pitchFamily="34" charset="-120"/>
              </a:rPr>
              <a:t>Scope &amp; Analytical Workstreams</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640080" y="1078992"/>
            <a:ext cx="10908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a:ln>
                  <a:noFill/>
                </a:ln>
                <a:solidFill>
                  <a:srgbClr val="5C6469"/>
                </a:solidFill>
                <a:effectLst/>
                <a:uLnTx/>
                <a:uFillTx/>
                <a:latin typeface="Calibri" pitchFamily="34" charset="0"/>
                <a:ea typeface="Calibri" pitchFamily="34" charset="-122"/>
                <a:cs typeface="Calibri" pitchFamily="34" charset="-120"/>
              </a:rPr>
              <a:t>NFIs distributed by SCCCM Sector and other sectors — WASH, GBV, Protection, Livelihoods and relevant agency programmes</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640080" y="1600200"/>
            <a:ext cx="1090879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a:ln>
                  <a:noFill/>
                </a:ln>
                <a:solidFill>
                  <a:srgbClr val="0C5A63"/>
                </a:solidFill>
                <a:effectLst/>
                <a:uLnTx/>
                <a:uFillTx/>
                <a:latin typeface="Trebuchet MS" pitchFamily="34" charset="0"/>
                <a:ea typeface="Trebuchet MS" pitchFamily="34" charset="-122"/>
                <a:cs typeface="Trebuchet MS" pitchFamily="34" charset="-120"/>
              </a:rPr>
              <a:t>IN SCOPE — CURRENT NFI BASKET &amp; CANDIDATES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640080" y="1965960"/>
            <a:ext cx="991210" cy="384048"/>
          </a:xfrm>
          <a:prstGeom prst="roundRect">
            <a:avLst>
              <a:gd name="adj" fmla="val 19048"/>
            </a:avLst>
          </a:prstGeom>
          <a:solidFill>
            <a:srgbClr val="F4F2ED"/>
          </a:solidFill>
          <a:ln w="9525">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640080" y="1965960"/>
            <a:ext cx="99121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Blankets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759306" y="1965960"/>
            <a:ext cx="1439266" cy="384048"/>
          </a:xfrm>
          <a:prstGeom prst="roundRect">
            <a:avLst>
              <a:gd name="adj" fmla="val 19048"/>
            </a:avLst>
          </a:prstGeom>
          <a:solidFill>
            <a:srgbClr val="F4F2ED"/>
          </a:solidFill>
          <a:ln w="9525">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1759306" y="1965960"/>
            <a:ext cx="1439266"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Sleeping mats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3326587" y="1965960"/>
            <a:ext cx="1439266" cy="384048"/>
          </a:xfrm>
          <a:prstGeom prst="roundRect">
            <a:avLst>
              <a:gd name="adj" fmla="val 19048"/>
            </a:avLst>
          </a:prstGeom>
          <a:solidFill>
            <a:srgbClr val="F4F2ED"/>
          </a:solidFill>
          <a:ln w="9525">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3326587" y="1965960"/>
            <a:ext cx="1439266"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Mosquito nets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893869" y="1965960"/>
            <a:ext cx="1349654" cy="384048"/>
          </a:xfrm>
          <a:prstGeom prst="roundRect">
            <a:avLst>
              <a:gd name="adj" fmla="val 19048"/>
            </a:avLst>
          </a:prstGeom>
          <a:solidFill>
            <a:srgbClr val="F4F2ED"/>
          </a:solidFill>
          <a:ln w="9525">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893869" y="1965960"/>
            <a:ext cx="1349654"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Solar lights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6371539" y="1965960"/>
            <a:ext cx="1349654" cy="384048"/>
          </a:xfrm>
          <a:prstGeom prst="roundRect">
            <a:avLst>
              <a:gd name="adj" fmla="val 19048"/>
            </a:avLst>
          </a:prstGeom>
          <a:solidFill>
            <a:srgbClr val="F4F2ED"/>
          </a:solidFill>
          <a:ln w="9525">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371539" y="1965960"/>
            <a:ext cx="1349654"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Kitchen sets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7849210" y="1965960"/>
            <a:ext cx="1976933" cy="384048"/>
          </a:xfrm>
          <a:prstGeom prst="roundRect">
            <a:avLst>
              <a:gd name="adj" fmla="val 19048"/>
            </a:avLst>
          </a:prstGeom>
          <a:solidFill>
            <a:srgbClr val="F4F2ED"/>
          </a:solidFill>
          <a:ln w="9525">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7849210" y="1965960"/>
            <a:ext cx="1976933"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WASH &amp; hygiene NFIs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9954158" y="1965960"/>
            <a:ext cx="1439266" cy="384048"/>
          </a:xfrm>
          <a:prstGeom prst="roundRect">
            <a:avLst>
              <a:gd name="adj" fmla="val 19048"/>
            </a:avLst>
          </a:prstGeom>
          <a:solidFill>
            <a:srgbClr val="F4F2ED"/>
          </a:solidFill>
          <a:ln w="9525">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9954158" y="1965960"/>
            <a:ext cx="1439266"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Dignity items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640080" y="2478024"/>
            <a:ext cx="1349654" cy="384048"/>
          </a:xfrm>
          <a:prstGeom prst="roundRect">
            <a:avLst>
              <a:gd name="adj" fmla="val 19048"/>
            </a:avLst>
          </a:prstGeom>
          <a:solidFill>
            <a:srgbClr val="F4F2ED"/>
          </a:solidFill>
          <a:ln w="9525">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40080" y="2478024"/>
            <a:ext cx="1349654"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Fishing nets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2117750" y="2478024"/>
            <a:ext cx="1708099" cy="384048"/>
          </a:xfrm>
          <a:prstGeom prst="roundRect">
            <a:avLst>
              <a:gd name="adj" fmla="val 19048"/>
            </a:avLst>
          </a:prstGeom>
          <a:solidFill>
            <a:srgbClr val="F4F2ED"/>
          </a:solidFill>
          <a:ln w="9525">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2117750" y="2478024"/>
            <a:ext cx="1708099"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Repair materials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3953866" y="2478024"/>
            <a:ext cx="1887322" cy="384048"/>
          </a:xfrm>
          <a:prstGeom prst="roundRect">
            <a:avLst>
              <a:gd name="adj" fmla="val 19048"/>
            </a:avLst>
          </a:prstGeom>
          <a:solidFill>
            <a:srgbClr val="F4F2ED"/>
          </a:solidFill>
          <a:ln w="9525">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3953866" y="2478024"/>
            <a:ext cx="188732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Reusable packaging</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5969203" y="2478024"/>
            <a:ext cx="1797710" cy="384048"/>
          </a:xfrm>
          <a:prstGeom prst="roundRect">
            <a:avLst>
              <a:gd name="adj" fmla="val 19048"/>
            </a:avLst>
          </a:prstGeom>
          <a:solidFill>
            <a:srgbClr val="F4F2ED"/>
          </a:solidFill>
          <a:ln w="9525">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5969203" y="2478024"/>
            <a:ext cx="179771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Solar-lamp repair</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640080" y="3474720"/>
            <a:ext cx="5225796" cy="2697480"/>
          </a:xfrm>
          <a:prstGeom prst="rect">
            <a:avLst/>
          </a:prstGeom>
          <a:solidFill>
            <a:srgbClr val="F4F2ED"/>
          </a:solidFill>
          <a:ln w="12700">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p:cNvSpPr/>
          <p:nvPr/>
        </p:nvSpPr>
        <p:spPr>
          <a:xfrm>
            <a:off x="640080" y="3474720"/>
            <a:ext cx="5225796" cy="804672"/>
          </a:xfrm>
          <a:prstGeom prst="rect">
            <a:avLst/>
          </a:prstGeom>
          <a:solidFill>
            <a:srgbClr val="0C5A6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914400" y="3593592"/>
            <a:ext cx="146304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a:ln>
                  <a:noFill/>
                </a:ln>
                <a:solidFill>
                  <a:srgbClr val="BFE0E2"/>
                </a:solidFill>
                <a:effectLst/>
                <a:uLnTx/>
                <a:uFillTx/>
                <a:latin typeface="Trebuchet MS" pitchFamily="34" charset="0"/>
                <a:ea typeface="Trebuchet MS" pitchFamily="34" charset="-122"/>
                <a:cs typeface="Trebuchet MS" pitchFamily="34" charset="-120"/>
              </a:rPr>
              <a:t>TRACK 1</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914400" y="3803904"/>
            <a:ext cx="4677156" cy="438912"/>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350" b="1" i="0" u="none" strike="noStrike" kern="1200" cap="none" spc="0" normalizeH="0" baseline="0" noProof="0">
                <a:ln>
                  <a:noFill/>
                </a:ln>
                <a:solidFill>
                  <a:srgbClr val="FFFFFF"/>
                </a:solidFill>
                <a:effectLst/>
                <a:uLnTx/>
                <a:uFillTx/>
                <a:latin typeface="Trebuchet MS" pitchFamily="34" charset="0"/>
                <a:ea typeface="Trebuchet MS" pitchFamily="34" charset="-122"/>
                <a:cs typeface="Trebuchet MS" pitchFamily="34" charset="-120"/>
              </a:rPr>
              <a:t>Cross-Sector NFI Mapping &amp; Data Compilation</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914400" y="4389120"/>
            <a:ext cx="4677156" cy="457200"/>
          </a:xfrm>
          <a:prstGeom prst="rect">
            <a:avLst/>
          </a:prstGeom>
          <a:noFill/>
          <a:ln/>
        </p:spPr>
        <p:txBody>
          <a:bodyPr wrap="square" lIns="0" tIns="0" rIns="0" bIns="0" rtlCol="0" anchor="t"/>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US" sz="1150" b="0" i="1" u="none" strike="noStrike" kern="1200" cap="none" spc="0" normalizeH="0" baseline="0" noProof="0">
                <a:ln>
                  <a:noFill/>
                </a:ln>
                <a:solidFill>
                  <a:srgbClr val="5C6469"/>
                </a:solidFill>
                <a:effectLst/>
                <a:uLnTx/>
                <a:uFillTx/>
                <a:latin typeface="Calibri" pitchFamily="34" charset="0"/>
                <a:ea typeface="Calibri" pitchFamily="34" charset="-122"/>
                <a:cs typeface="Calibri" pitchFamily="34" charset="-120"/>
              </a:rPr>
              <a:t>SCCCM adapts its monthly monitoring template for use across sectors; partners share existing data.</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914400" y="4846320"/>
            <a:ext cx="4677156" cy="841248"/>
          </a:xfrm>
          <a:prstGeom prst="rect">
            <a:avLst/>
          </a:prstGeom>
          <a:noFill/>
          <a:ln/>
        </p:spPr>
        <p:txBody>
          <a:bodyPr wrap="square" lIns="0" tIns="0" rIns="0" bIns="0" rtlCol="0" anchor="t"/>
          <a:lstStyle/>
          <a:p>
            <a:pPr marL="152400" marR="0" lvl="0" indent="-152400" algn="l" defTabSz="914400" rtl="0" eaLnBrk="1" fontAlgn="auto" latinLnBrk="0" hangingPunct="1">
              <a:lnSpc>
                <a:spcPts val="1300"/>
              </a:lnSpc>
              <a:spcBef>
                <a:spcPts val="0"/>
              </a:spcBef>
              <a:spcAft>
                <a:spcPts val="200"/>
              </a:spcAft>
              <a:buClrTx/>
              <a:buSzPct val="100000"/>
              <a:buFontTx/>
              <a:buChar char="•"/>
              <a:tabLst/>
              <a:defRPr/>
            </a:pPr>
            <a:r>
              <a:rPr kumimoji="0" lang="en-US" sz="11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Items, target groups &amp; coverage</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300"/>
              </a:lnSpc>
              <a:spcBef>
                <a:spcPts val="0"/>
              </a:spcBef>
              <a:spcAft>
                <a:spcPts val="200"/>
              </a:spcAft>
              <a:buClrTx/>
              <a:buSzPct val="100000"/>
              <a:buFontTx/>
              <a:buChar char="•"/>
              <a:tabLst/>
              <a:defRPr/>
            </a:pPr>
            <a:r>
              <a:rPr kumimoji="0" lang="en-US" sz="11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Stock, distributions, pipeline &amp; contingency</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300"/>
              </a:lnSpc>
              <a:spcBef>
                <a:spcPts val="0"/>
              </a:spcBef>
              <a:spcAft>
                <a:spcPts val="200"/>
              </a:spcAft>
              <a:buClrTx/>
              <a:buSzPct val="100000"/>
              <a:buFontTx/>
              <a:buChar char="•"/>
              <a:tabLst/>
              <a:defRPr/>
            </a:pPr>
            <a:r>
              <a:rPr kumimoji="0" lang="en-US" sz="11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Unit costs, suppliers &amp; procurement</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300"/>
              </a:lnSpc>
              <a:spcBef>
                <a:spcPts val="0"/>
              </a:spcBef>
              <a:spcAft>
                <a:spcPts val="200"/>
              </a:spcAft>
              <a:buClrTx/>
              <a:buSzPct val="100000"/>
              <a:buFontTx/>
              <a:buChar char="•"/>
              <a:tabLst/>
              <a:defRPr/>
            </a:pPr>
            <a:r>
              <a:rPr kumimoji="0" lang="en-US" sz="11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Warehousing, transport &amp; distribution</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300"/>
              </a:lnSpc>
              <a:spcBef>
                <a:spcPts val="0"/>
              </a:spcBef>
              <a:spcAft>
                <a:spcPts val="200"/>
              </a:spcAft>
              <a:buClrTx/>
              <a:buSzPct val="100000"/>
              <a:buFontTx/>
              <a:buChar char="•"/>
              <a:tabLst/>
              <a:defRPr/>
            </a:pPr>
            <a:r>
              <a:rPr kumimoji="0" lang="en-US" sz="11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Existing &amp; potential localization elements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p:cNvSpPr/>
          <p:nvPr/>
        </p:nvSpPr>
        <p:spPr>
          <a:xfrm>
            <a:off x="914400" y="5760720"/>
            <a:ext cx="4677156" cy="10973"/>
          </a:xfrm>
          <a:prstGeom prst="rect">
            <a:avLst/>
          </a:prstGeom>
          <a:solidFill>
            <a:srgbClr val="DDD9D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914400" y="5833872"/>
            <a:ext cx="4677156" cy="274320"/>
          </a:xfrm>
          <a:prstGeom prst="rect">
            <a:avLst/>
          </a:prstGeom>
          <a:noFill/>
          <a:ln/>
        </p:spPr>
        <p:txBody>
          <a:bodyPr wrap="square"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a:ln>
                  <a:noFill/>
                </a:ln>
                <a:solidFill>
                  <a:srgbClr val="073B41"/>
                </a:solidFill>
                <a:effectLst/>
                <a:uLnTx/>
                <a:uFillTx/>
                <a:latin typeface="Calibri" pitchFamily="34" charset="0"/>
                <a:ea typeface="Calibri" pitchFamily="34" charset="-122"/>
                <a:cs typeface="Calibri" pitchFamily="34" charset="-120"/>
              </a:rPr>
              <a:t>Output → a consolidated cross-sector NFI catalogue &amp; baseline of current delivery.</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p:cNvSpPr/>
          <p:nvPr/>
        </p:nvSpPr>
        <p:spPr>
          <a:xfrm>
            <a:off x="6323076" y="3474720"/>
            <a:ext cx="5225796" cy="2697480"/>
          </a:xfrm>
          <a:prstGeom prst="rect">
            <a:avLst/>
          </a:prstGeom>
          <a:solidFill>
            <a:srgbClr val="F4F2ED"/>
          </a:solidFill>
          <a:ln w="12700">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p:cNvSpPr/>
          <p:nvPr/>
        </p:nvSpPr>
        <p:spPr>
          <a:xfrm>
            <a:off x="6323076" y="3474720"/>
            <a:ext cx="5225796" cy="804672"/>
          </a:xfrm>
          <a:prstGeom prst="rect">
            <a:avLst/>
          </a:prstGeom>
          <a:solidFill>
            <a:srgbClr val="0C5A6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6597396" y="3593592"/>
            <a:ext cx="146304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a:ln>
                  <a:noFill/>
                </a:ln>
                <a:solidFill>
                  <a:srgbClr val="BFE0E2"/>
                </a:solidFill>
                <a:effectLst/>
                <a:uLnTx/>
                <a:uFillTx/>
                <a:latin typeface="Trebuchet MS" pitchFamily="34" charset="0"/>
                <a:ea typeface="Trebuchet MS" pitchFamily="34" charset="-122"/>
                <a:cs typeface="Trebuchet MS" pitchFamily="34" charset="-120"/>
              </a:rPr>
              <a:t>TRACK 2</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6597396" y="3803904"/>
            <a:ext cx="4677156" cy="438912"/>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350" b="1" i="0" u="none" strike="noStrike" kern="1200" cap="none" spc="0" normalizeH="0" baseline="0" noProof="0">
                <a:ln>
                  <a:noFill/>
                </a:ln>
                <a:solidFill>
                  <a:srgbClr val="FFFFFF"/>
                </a:solidFill>
                <a:effectLst/>
                <a:uLnTx/>
                <a:uFillTx/>
                <a:latin typeface="Trebuchet MS" pitchFamily="34" charset="0"/>
                <a:ea typeface="Trebuchet MS" pitchFamily="34" charset="-122"/>
                <a:cs typeface="Trebuchet MS" pitchFamily="34" charset="-120"/>
              </a:rPr>
              <a:t>Delivery Options, Market Analysis &amp; Cost Comparison</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6597396" y="4389120"/>
            <a:ext cx="4677156" cy="457200"/>
          </a:xfrm>
          <a:prstGeom prst="rect">
            <a:avLst/>
          </a:prstGeom>
          <a:noFill/>
          <a:ln/>
        </p:spPr>
        <p:txBody>
          <a:bodyPr wrap="square" lIns="0" tIns="0" rIns="0" bIns="0" rtlCol="0" anchor="t"/>
          <a:lstStyle/>
          <a:p>
            <a:pPr marL="0" marR="0" lvl="0" indent="0" algn="l" defTabSz="914400" rtl="0" eaLnBrk="1" fontAlgn="auto" latinLnBrk="0" hangingPunct="1">
              <a:lnSpc>
                <a:spcPts val="1300"/>
              </a:lnSpc>
              <a:spcBef>
                <a:spcPts val="0"/>
              </a:spcBef>
              <a:spcAft>
                <a:spcPts val="0"/>
              </a:spcAft>
              <a:buClrTx/>
              <a:buSzTx/>
              <a:buFontTx/>
              <a:buNone/>
              <a:tabLst/>
              <a:defRPr/>
            </a:pPr>
            <a:r>
              <a:rPr kumimoji="0" lang="en-US" sz="1150" b="0" i="1" u="none" strike="noStrike" kern="1200" cap="none" spc="0" normalizeH="0" baseline="0" noProof="0">
                <a:ln>
                  <a:noFill/>
                </a:ln>
                <a:solidFill>
                  <a:srgbClr val="5C6469"/>
                </a:solidFill>
                <a:effectLst/>
                <a:uLnTx/>
                <a:uFillTx/>
                <a:latin typeface="Calibri" pitchFamily="34" charset="0"/>
                <a:ea typeface="Calibri" pitchFamily="34" charset="-122"/>
                <a:cs typeface="Calibri" pitchFamily="34" charset="-120"/>
              </a:rPr>
              <a:t>Against the catalogue, partners assess in-kind, voucher and mixed cash/voucher feasibility.</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8"/>
          <p:cNvSpPr/>
          <p:nvPr/>
        </p:nvSpPr>
        <p:spPr>
          <a:xfrm>
            <a:off x="6597396" y="4846320"/>
            <a:ext cx="4677156" cy="841248"/>
          </a:xfrm>
          <a:prstGeom prst="rect">
            <a:avLst/>
          </a:prstGeom>
          <a:noFill/>
          <a:ln/>
        </p:spPr>
        <p:txBody>
          <a:bodyPr wrap="square" lIns="0" tIns="0" rIns="0" bIns="0" rtlCol="0" anchor="t"/>
          <a:lstStyle/>
          <a:p>
            <a:pPr marL="152400" marR="0" lvl="0" indent="-152400" algn="l" defTabSz="914400" rtl="0" eaLnBrk="1" fontAlgn="auto" latinLnBrk="0" hangingPunct="1">
              <a:lnSpc>
                <a:spcPts val="1300"/>
              </a:lnSpc>
              <a:spcBef>
                <a:spcPts val="0"/>
              </a:spcBef>
              <a:spcAft>
                <a:spcPts val="200"/>
              </a:spcAft>
              <a:buClrTx/>
              <a:buSzPct val="100000"/>
              <a:buFontTx/>
              <a:buChar char="•"/>
              <a:tabLst/>
              <a:defRPr/>
            </a:pPr>
            <a:r>
              <a:rPr kumimoji="0" lang="en-US" sz="11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Market availability &amp; vendor density</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300"/>
              </a:lnSpc>
              <a:spcBef>
                <a:spcPts val="0"/>
              </a:spcBef>
              <a:spcAft>
                <a:spcPts val="200"/>
              </a:spcAft>
              <a:buClrTx/>
              <a:buSzPct val="100000"/>
              <a:buFontTx/>
              <a:buChar char="•"/>
              <a:tabLst/>
              <a:defRPr/>
            </a:pPr>
            <a:r>
              <a:rPr kumimoji="0" lang="en-US" sz="11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platform &amp; logistics costs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300"/>
              </a:lnSpc>
              <a:spcBef>
                <a:spcPts val="0"/>
              </a:spcBef>
              <a:spcAft>
                <a:spcPts val="200"/>
              </a:spcAft>
              <a:buClrTx/>
              <a:buSzPct val="100000"/>
              <a:buFontTx/>
              <a:buChar char="•"/>
              <a:tabLst/>
              <a:defRPr/>
            </a:pPr>
            <a:r>
              <a:rPr kumimoji="0" lang="en-US" sz="11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Price volatility, tax &amp; procurement</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300"/>
              </a:lnSpc>
              <a:spcBef>
                <a:spcPts val="0"/>
              </a:spcBef>
              <a:spcAft>
                <a:spcPts val="200"/>
              </a:spcAft>
              <a:buClrTx/>
              <a:buSzPct val="100000"/>
              <a:buFontTx/>
              <a:buChar char="•"/>
              <a:tabLst/>
              <a:defRPr/>
            </a:pPr>
            <a:r>
              <a:rPr kumimoji="0" lang="en-US" sz="11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Protection, dignity, choice &amp; accountability</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300"/>
              </a:lnSpc>
              <a:spcBef>
                <a:spcPts val="0"/>
              </a:spcBef>
              <a:spcAft>
                <a:spcPts val="200"/>
              </a:spcAft>
              <a:buClrTx/>
              <a:buSzPct val="100000"/>
              <a:buFontTx/>
              <a:buChar char="•"/>
              <a:tabLst/>
              <a:defRPr/>
            </a:pPr>
            <a:r>
              <a:rPr kumimoji="0" lang="en-US" sz="110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Diversion, exclusion &amp; market-distortion risks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p:cNvSpPr/>
          <p:nvPr/>
        </p:nvSpPr>
        <p:spPr>
          <a:xfrm>
            <a:off x="6597396" y="5760720"/>
            <a:ext cx="4677156" cy="10973"/>
          </a:xfrm>
          <a:prstGeom prst="rect">
            <a:avLst/>
          </a:prstGeom>
          <a:solidFill>
            <a:srgbClr val="DDD9D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p:cNvSpPr/>
          <p:nvPr/>
        </p:nvSpPr>
        <p:spPr>
          <a:xfrm>
            <a:off x="6597396" y="5833872"/>
            <a:ext cx="4677156" cy="274320"/>
          </a:xfrm>
          <a:prstGeom prst="rect">
            <a:avLst/>
          </a:prstGeom>
          <a:noFill/>
          <a:ln/>
        </p:spPr>
        <p:txBody>
          <a:bodyPr wrap="square"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a:ln>
                  <a:noFill/>
                </a:ln>
                <a:solidFill>
                  <a:srgbClr val="073B41"/>
                </a:solidFill>
                <a:effectLst/>
                <a:uLnTx/>
                <a:uFillTx/>
                <a:latin typeface="Calibri" pitchFamily="34" charset="0"/>
                <a:ea typeface="Calibri" pitchFamily="34" charset="-122"/>
                <a:cs typeface="Calibri" pitchFamily="34" charset="-120"/>
              </a:rPr>
              <a:t>WFP, UNICEF, UNFPA, BRAC &amp; others contribute platform inputs &amp; lessons learned.</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685800" y="6473952"/>
            <a:ext cx="8229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9296"/>
                </a:solidFill>
                <a:effectLst/>
                <a:uLnTx/>
                <a:uFillTx/>
                <a:latin typeface="Calibri" pitchFamily="34" charset="0"/>
                <a:ea typeface="Calibri" pitchFamily="34" charset="-122"/>
                <a:cs typeface="Calibri" pitchFamily="34" charset="-120"/>
              </a:rPr>
              <a:t>Cross-Sector NFI Mapping &amp; Delivery Options  ·  Concept Note v.170626</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11000232" y="6473952"/>
            <a:ext cx="5029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9296"/>
                </a:solidFill>
                <a:effectLst/>
                <a:uLnTx/>
                <a:uFillTx/>
                <a:latin typeface="Calibri" pitchFamily="34" charset="0"/>
                <a:ea typeface="Calibri" pitchFamily="34" charset="-122"/>
                <a:cs typeface="Calibri" pitchFamily="34" charset="-120"/>
              </a:rPr>
              <a:t>2</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908792"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23282B"/>
                </a:solidFill>
                <a:effectLst/>
                <a:uLnTx/>
                <a:uFillTx/>
                <a:latin typeface="Trebuchet MS" pitchFamily="34" charset="0"/>
                <a:ea typeface="Trebuchet MS" pitchFamily="34" charset="-122"/>
                <a:cs typeface="Trebuchet MS" pitchFamily="34" charset="-120"/>
              </a:rPr>
              <a:t>Constraints, Outputs &amp; Next Steps</a:t>
            </a:r>
            <a:endParaRPr kumimoji="0" lang="en-US" sz="2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640080" y="1325880"/>
            <a:ext cx="3331464" cy="457200"/>
          </a:xfrm>
          <a:prstGeom prst="rect">
            <a:avLst/>
          </a:prstGeom>
          <a:noFill/>
          <a:ln/>
        </p:spPr>
        <p:txBody>
          <a:bodyPr wrap="square" lIns="0" tIns="0" rIns="0" bIns="0" rtlCol="0" anchor="ct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600" b="1" i="0" u="none" strike="noStrike" kern="1200" cap="none" spc="0" normalizeH="0" baseline="0" noProof="0">
                <a:ln>
                  <a:noFill/>
                </a:ln>
                <a:solidFill>
                  <a:srgbClr val="0C5A63"/>
                </a:solidFill>
                <a:effectLst/>
                <a:uLnTx/>
                <a:uFillTx/>
                <a:latin typeface="Trebuchet MS" pitchFamily="34" charset="0"/>
                <a:ea typeface="Trebuchet MS" pitchFamily="34" charset="-122"/>
                <a:cs typeface="Trebuchet MS" pitchFamily="34" charset="-120"/>
              </a:rPr>
              <a:t>Key Constraints &amp; Assumptions</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640080" y="1828800"/>
            <a:ext cx="3331464" cy="3246120"/>
          </a:xfrm>
          <a:prstGeom prst="rect">
            <a:avLst/>
          </a:prstGeom>
          <a:noFill/>
          <a:ln/>
        </p:spPr>
        <p:txBody>
          <a:bodyPr wrap="square" lIns="0" tIns="0" rIns="0" bIns="0" rtlCol="0" anchor="t"/>
          <a:lstStyle/>
          <a:p>
            <a:pPr marL="152400" marR="0" lvl="0" indent="-152400" algn="l" defTabSz="914400" rtl="0" eaLnBrk="1" fontAlgn="auto" latinLnBrk="0" hangingPunct="1">
              <a:lnSpc>
                <a:spcPts val="1400"/>
              </a:lnSpc>
              <a:spcBef>
                <a:spcPts val="0"/>
              </a:spcBef>
              <a:spcAft>
                <a:spcPts val="700"/>
              </a:spcAft>
              <a:buClrTx/>
              <a:buSzPct val="100000"/>
              <a:buFontTx/>
              <a:buChar char="•"/>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Full cash delivery unlikely short-term — policy, documentation &amp; movement restrictions.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400"/>
              </a:lnSpc>
              <a:spcBef>
                <a:spcPts val="0"/>
              </a:spcBef>
              <a:spcAft>
                <a:spcPts val="700"/>
              </a:spcAft>
              <a:buClrTx/>
              <a:buSzPct val="100000"/>
              <a:buFontTx/>
              <a:buChar char="•"/>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Refugees cannot open formal bank accounts; SIM registration &amp; data ownership unresolved.</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400"/>
              </a:lnSpc>
              <a:spcBef>
                <a:spcPts val="0"/>
              </a:spcBef>
              <a:spcAft>
                <a:spcPts val="700"/>
              </a:spcAft>
              <a:buClrTx/>
              <a:buSzPct val="100000"/>
              <a:buFontTx/>
              <a:buChar char="•"/>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Financial inclusion sandbox (MoDMR, WFP, UNHCR, IFRC, World Bank) implementing in 2026; findings early 2027.</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400"/>
              </a:lnSpc>
              <a:spcBef>
                <a:spcPts val="0"/>
              </a:spcBef>
              <a:spcAft>
                <a:spcPts val="700"/>
              </a:spcAft>
              <a:buClrTx/>
              <a:buSzPct val="100000"/>
              <a:buFontTx/>
              <a:buChar char="•"/>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6,000+ SIM cards distributed by RRRC/UNHCR in Camp 4 &amp; 4 Ext — still registered to RRRC pending UNHCR–Government agreement.</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400"/>
              </a:lnSpc>
              <a:spcBef>
                <a:spcPts val="0"/>
              </a:spcBef>
              <a:spcAft>
                <a:spcPts val="700"/>
              </a:spcAft>
              <a:buClrTx/>
              <a:buSzPct val="100000"/>
              <a:buFontTx/>
              <a:buChar char="•"/>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Vouchers / mixed cash-voucher more realistic than unrestricted cash in the short to medium term.</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4428744" y="1325880"/>
            <a:ext cx="3331464" cy="457200"/>
          </a:xfrm>
          <a:prstGeom prst="rect">
            <a:avLst/>
          </a:prstGeom>
          <a:noFill/>
          <a:ln/>
        </p:spPr>
        <p:txBody>
          <a:bodyPr wrap="square" lIns="0" tIns="0" rIns="0" bIns="0" rtlCol="0" anchor="ct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600" b="1" i="0" u="none" strike="noStrike" kern="1200" cap="none" spc="0" normalizeH="0" baseline="0" noProof="0">
                <a:ln>
                  <a:noFill/>
                </a:ln>
                <a:solidFill>
                  <a:srgbClr val="0C5A63"/>
                </a:solidFill>
                <a:effectLst/>
                <a:uLnTx/>
                <a:uFillTx/>
                <a:latin typeface="Trebuchet MS" pitchFamily="34" charset="0"/>
                <a:ea typeface="Trebuchet MS" pitchFamily="34" charset="-122"/>
                <a:cs typeface="Trebuchet MS" pitchFamily="34" charset="-120"/>
              </a:rPr>
              <a:t>Expected Outputs</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4428744" y="1828800"/>
            <a:ext cx="3331464" cy="3246120"/>
          </a:xfrm>
          <a:prstGeom prst="rect">
            <a:avLst/>
          </a:prstGeom>
          <a:noFill/>
          <a:ln/>
        </p:spPr>
        <p:txBody>
          <a:bodyPr wrap="square" lIns="0" tIns="0" rIns="0" bIns="0" rtlCol="0" anchor="t"/>
          <a:lstStyle/>
          <a:p>
            <a:pPr marL="0" marR="0" lvl="0" indent="0" algn="l" defTabSz="914400" rtl="0" eaLnBrk="1" fontAlgn="auto" latinLnBrk="0" hangingPunct="1">
              <a:lnSpc>
                <a:spcPts val="1400"/>
              </a:lnSpc>
              <a:spcBef>
                <a:spcPts val="0"/>
              </a:spcBef>
              <a:spcAft>
                <a:spcPts val="60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1.  Consolidated cross-sector NFI catalogue</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60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2.  Summary of current modalities, costs &amp; arrangements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60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3.  Preliminary market &amp; feasibility analysis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60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4.  Costed options: in-kind vs voucher vs mixed</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60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5.  Localization analysis (local/national NGOs, suppliers, community &amp; refugee-linked roles)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60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6.  Reflection in the Transformation Tracker if a more efficient modality is viable</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600"/>
              </a:spcAft>
              <a:buClrTx/>
              <a:buSzTx/>
              <a:buFontTx/>
              <a:buNone/>
              <a:tabLst/>
              <a:defRPr/>
            </a:pPr>
            <a:r>
              <a:rPr kumimoji="0" lang="en-US" sz="1150" b="0" i="0" u="none" strike="noStrike" kern="1200" cap="none" spc="0" normalizeH="0" baseline="0" noProof="0">
                <a:ln>
                  <a:noFill/>
                </a:ln>
                <a:solidFill>
                  <a:srgbClr val="23282B"/>
                </a:solidFill>
                <a:effectLst/>
                <a:uLnTx/>
                <a:uFillTx/>
                <a:latin typeface="Calibri" pitchFamily="34" charset="0"/>
                <a:ea typeface="Calibri" pitchFamily="34" charset="-122"/>
                <a:cs typeface="Calibri" pitchFamily="34" charset="-120"/>
              </a:rPr>
              <a:t>7.  Recommendations for JRP 2027 — pilots &amp; policy/government engagement</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8217408" y="1280160"/>
            <a:ext cx="3331464" cy="3703320"/>
          </a:xfrm>
          <a:prstGeom prst="rect">
            <a:avLst/>
          </a:prstGeom>
          <a:solidFill>
            <a:srgbClr val="0C5A6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8473440" y="1490472"/>
            <a:ext cx="2819400" cy="457200"/>
          </a:xfrm>
          <a:prstGeom prst="rect">
            <a:avLst/>
          </a:prstGeom>
          <a:noFill/>
          <a:ln/>
        </p:spPr>
        <p:txBody>
          <a:bodyPr wrap="square" lIns="0" tIns="0" rIns="0" bIns="0" rtlCol="0" anchor="ctr"/>
          <a:lstStyle/>
          <a:p>
            <a:pPr marL="0" marR="0" lvl="0" indent="0" algn="l" defTabSz="914400" rtl="0" eaLnBrk="1" fontAlgn="auto" latinLnBrk="0" hangingPunct="1">
              <a:lnSpc>
                <a:spcPts val="18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latin typeface="Trebuchet MS" pitchFamily="34" charset="0"/>
                <a:ea typeface="Trebuchet MS" pitchFamily="34" charset="-122"/>
                <a:cs typeface="Trebuchet MS" pitchFamily="34" charset="-120"/>
              </a:rPr>
              <a:t>Recommended Next Steps</a:t>
            </a:r>
            <a:endParaRPr kumimoji="0" lang="en-US"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8473440" y="1984248"/>
            <a:ext cx="2819400" cy="3246120"/>
          </a:xfrm>
          <a:prstGeom prst="rect">
            <a:avLst/>
          </a:prstGeom>
          <a:noFill/>
          <a:ln/>
        </p:spPr>
        <p:txBody>
          <a:bodyPr wrap="square" lIns="0" tIns="0" rIns="0" bIns="0" rtlCol="0" anchor="t"/>
          <a:lstStyle/>
          <a:p>
            <a:pPr marL="152400" marR="0" lvl="0" indent="-152400" algn="l" defTabSz="914400" rtl="0" eaLnBrk="1" fontAlgn="auto" latinLnBrk="0" hangingPunct="1">
              <a:lnSpc>
                <a:spcPts val="1400"/>
              </a:lnSpc>
              <a:spcBef>
                <a:spcPts val="0"/>
              </a:spcBef>
              <a:spcAft>
                <a:spcPts val="900"/>
              </a:spcAft>
              <a:buClrTx/>
              <a:buSzPct val="100000"/>
              <a:buFontTx/>
              <a:buChar char="•"/>
              <a:tabLst/>
              <a:defRPr/>
            </a:pPr>
            <a:r>
              <a:rPr kumimoji="0" lang="en-US" sz="11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Circulate this concept note for review by Shelter/CCCM, RCP &amp; sector focal points.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400"/>
              </a:lnSpc>
              <a:spcBef>
                <a:spcPts val="0"/>
              </a:spcBef>
              <a:spcAft>
                <a:spcPts val="900"/>
              </a:spcAft>
              <a:buClrTx/>
              <a:buSzPct val="100000"/>
              <a:buFontTx/>
              <a:buChar char="•"/>
              <a:tabLst/>
              <a:defRPr/>
            </a:pPr>
            <a:r>
              <a:rPr kumimoji="0" lang="en-US" sz="11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Once agreed, Shelter/CCCM convenes a short consultation — confirm participation &amp; request NFI data via the adapted template.</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400"/>
              </a:lnSpc>
              <a:spcBef>
                <a:spcPts val="0"/>
              </a:spcBef>
              <a:spcAft>
                <a:spcPts val="900"/>
              </a:spcAft>
              <a:buClrTx/>
              <a:buSzPct val="100000"/>
              <a:buFontTx/>
              <a:buChar char="•"/>
              <a:tabLst/>
              <a:defRPr/>
            </a:pPr>
            <a:r>
              <a:rPr kumimoji="0" lang="en-US" sz="11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A technical group consolidates data, prepares delivery options &amp; develops recommendations by end-July.</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152400" marR="0" lvl="0" indent="-152400" algn="l" defTabSz="914400" rtl="0" eaLnBrk="1" fontAlgn="auto" latinLnBrk="0" hangingPunct="1">
              <a:lnSpc>
                <a:spcPts val="1400"/>
              </a:lnSpc>
              <a:spcBef>
                <a:spcPts val="0"/>
              </a:spcBef>
              <a:spcAft>
                <a:spcPts val="900"/>
              </a:spcAft>
              <a:buClrTx/>
              <a:buSzPct val="100000"/>
              <a:buFontTx/>
              <a:buChar char="•"/>
              <a:tabLst/>
              <a:defRPr/>
            </a:pPr>
            <a:r>
              <a:rPr kumimoji="0" lang="en-US" sz="11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In parallel, RCP considers a time-bound CBI Working Group — linked to, but distinct from, this NFI exercise.</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p:cNvSpPr/>
          <p:nvPr/>
        </p:nvSpPr>
        <p:spPr>
          <a:xfrm>
            <a:off x="640080" y="5074920"/>
            <a:ext cx="10908792" cy="960120"/>
          </a:xfrm>
          <a:prstGeom prst="rect">
            <a:avLst/>
          </a:prstGeom>
          <a:solidFill>
            <a:srgbClr val="F4F2ED"/>
          </a:solidFill>
          <a:ln w="12700">
            <a:solidFill>
              <a:srgbClr val="DDD9D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p:cNvSpPr/>
          <p:nvPr/>
        </p:nvSpPr>
        <p:spPr>
          <a:xfrm>
            <a:off x="822960" y="5230368"/>
            <a:ext cx="236143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73B41"/>
                </a:solidFill>
                <a:effectLst/>
                <a:uLnTx/>
                <a:uFillTx/>
                <a:latin typeface="Trebuchet MS" pitchFamily="34" charset="0"/>
                <a:ea typeface="Trebuchet MS" pitchFamily="34" charset="-122"/>
                <a:cs typeface="Trebuchet MS" pitchFamily="34" charset="-120"/>
              </a:rPr>
              <a:t>Jun–Jul 2026</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822960" y="5532120"/>
            <a:ext cx="2361438"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5C6469"/>
                </a:solidFill>
                <a:effectLst/>
                <a:uLnTx/>
                <a:uFillTx/>
                <a:latin typeface="Calibri" pitchFamily="34" charset="0"/>
                <a:ea typeface="Calibri" pitchFamily="34" charset="-122"/>
                <a:cs typeface="Calibri" pitchFamily="34" charset="-120"/>
              </a:rPr>
              <a:t>Review &amp; endorse</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3358134" y="5257800"/>
            <a:ext cx="13716" cy="594360"/>
          </a:xfrm>
          <a:prstGeom prst="rect">
            <a:avLst/>
          </a:prstGeom>
          <a:solidFill>
            <a:srgbClr val="DDD9D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3550158" y="5230368"/>
            <a:ext cx="236143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73B41"/>
                </a:solidFill>
                <a:effectLst/>
                <a:uLnTx/>
                <a:uFillTx/>
                <a:latin typeface="Trebuchet MS" pitchFamily="34" charset="0"/>
                <a:ea typeface="Trebuchet MS" pitchFamily="34" charset="-122"/>
                <a:cs typeface="Trebuchet MS" pitchFamily="34" charset="-120"/>
              </a:rPr>
              <a:t>End-July 2026</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550158" y="5532120"/>
            <a:ext cx="2361438"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5C6469"/>
                </a:solidFill>
                <a:effectLst/>
                <a:uLnTx/>
                <a:uFillTx/>
                <a:latin typeface="Calibri" pitchFamily="34" charset="0"/>
                <a:ea typeface="Calibri" pitchFamily="34" charset="-122"/>
                <a:cs typeface="Calibri" pitchFamily="34" charset="-120"/>
              </a:rPr>
              <a:t>Recommendations ready</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p:cNvSpPr/>
          <p:nvPr/>
        </p:nvSpPr>
        <p:spPr>
          <a:xfrm>
            <a:off x="6085332" y="5257800"/>
            <a:ext cx="13716" cy="594360"/>
          </a:xfrm>
          <a:prstGeom prst="rect">
            <a:avLst/>
          </a:prstGeom>
          <a:solidFill>
            <a:srgbClr val="DDD9D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6277356" y="5230368"/>
            <a:ext cx="236143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73B41"/>
                </a:solidFill>
                <a:effectLst/>
                <a:uLnTx/>
                <a:uFillTx/>
                <a:latin typeface="Trebuchet MS" pitchFamily="34" charset="0"/>
                <a:ea typeface="Trebuchet MS" pitchFamily="34" charset="-122"/>
                <a:cs typeface="Trebuchet MS" pitchFamily="34" charset="-120"/>
              </a:rPr>
              <a:t>August 2026</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6277356" y="5532120"/>
            <a:ext cx="2361438"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5C6469"/>
                </a:solidFill>
                <a:effectLst/>
                <a:uLnTx/>
                <a:uFillTx/>
                <a:latin typeface="Calibri" pitchFamily="34" charset="0"/>
                <a:ea typeface="Calibri" pitchFamily="34" charset="-122"/>
                <a:cs typeface="Calibri" pitchFamily="34" charset="-120"/>
              </a:rPr>
              <a:t>Inform ISNA analysis</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8812530" y="5257800"/>
            <a:ext cx="13716" cy="594360"/>
          </a:xfrm>
          <a:prstGeom prst="rect">
            <a:avLst/>
          </a:prstGeom>
          <a:solidFill>
            <a:srgbClr val="DDD9D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9004554" y="5230368"/>
            <a:ext cx="236143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073B41"/>
                </a:solidFill>
                <a:effectLst/>
                <a:uLnTx/>
                <a:uFillTx/>
                <a:latin typeface="Trebuchet MS" pitchFamily="34" charset="0"/>
                <a:ea typeface="Trebuchet MS" pitchFamily="34" charset="-122"/>
                <a:cs typeface="Trebuchet MS" pitchFamily="34" charset="-120"/>
              </a:rPr>
              <a:t>From Sep 2026</a:t>
            </a:r>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9004554" y="5532120"/>
            <a:ext cx="2361438"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5C6469"/>
                </a:solidFill>
                <a:effectLst/>
                <a:uLnTx/>
                <a:uFillTx/>
                <a:latin typeface="Calibri" pitchFamily="34" charset="0"/>
                <a:ea typeface="Calibri" pitchFamily="34" charset="-122"/>
                <a:cs typeface="Calibri" pitchFamily="34" charset="-120"/>
              </a:rPr>
              <a:t>JRP 2027 planning</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685800" y="6473952"/>
            <a:ext cx="8229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9296"/>
                </a:solidFill>
                <a:effectLst/>
                <a:uLnTx/>
                <a:uFillTx/>
                <a:latin typeface="Calibri" pitchFamily="34" charset="0"/>
                <a:ea typeface="Calibri" pitchFamily="34" charset="-122"/>
                <a:cs typeface="Calibri" pitchFamily="34" charset="-120"/>
              </a:rPr>
              <a:t>Cross-Sector NFI Mapping &amp; Delivery Options  ·  Concept Note v.170626</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11000232" y="6473952"/>
            <a:ext cx="50292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A9296"/>
                </a:solidFill>
                <a:effectLst/>
                <a:uLnTx/>
                <a:uFillTx/>
                <a:latin typeface="Calibri" pitchFamily="34" charset="0"/>
                <a:ea typeface="Calibri" pitchFamily="34" charset="-122"/>
                <a:cs typeface="Calibri" pitchFamily="34" charset="-120"/>
              </a:rPr>
              <a:t>3</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566B9-744F-EED6-4C8E-D015B465EC3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152F6A6-2D50-3847-A46B-AAE031994F97}"/>
              </a:ext>
            </a:extLst>
          </p:cNvPr>
          <p:cNvSpPr/>
          <p:nvPr/>
        </p:nvSpPr>
        <p:spPr>
          <a:xfrm>
            <a:off x="0" y="0"/>
            <a:ext cx="12192000" cy="561975"/>
          </a:xfrm>
          <a:prstGeom prst="rect">
            <a:avLst/>
          </a:prstGeom>
          <a:solidFill>
            <a:srgbClr val="1B65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200" b="1"/>
              <a:t>Shelter Updates</a:t>
            </a:r>
          </a:p>
        </p:txBody>
      </p:sp>
      <p:sp>
        <p:nvSpPr>
          <p:cNvPr id="5" name="TextBox 4">
            <a:extLst>
              <a:ext uri="{FF2B5EF4-FFF2-40B4-BE49-F238E27FC236}">
                <a16:creationId xmlns:a16="http://schemas.microsoft.com/office/drawing/2014/main" id="{5E9BCC80-0CBA-30E5-40F2-AF05708005CC}"/>
              </a:ext>
            </a:extLst>
          </p:cNvPr>
          <p:cNvSpPr txBox="1"/>
          <p:nvPr/>
        </p:nvSpPr>
        <p:spPr>
          <a:xfrm>
            <a:off x="95250" y="853371"/>
            <a:ext cx="12001500" cy="5755422"/>
          </a:xfrm>
          <a:prstGeom prst="rect">
            <a:avLst/>
          </a:prstGeom>
          <a:solidFill>
            <a:schemeClr val="bg1"/>
          </a:solidFill>
        </p:spPr>
        <p:txBody>
          <a:bodyPr wrap="square">
            <a:spAutoFit/>
          </a:bodyPr>
          <a:lstStyle/>
          <a:p>
            <a:pPr marL="285750" indent="-285750">
              <a:lnSpc>
                <a:spcPct val="150000"/>
              </a:lnSpc>
              <a:buFont typeface="Arial" panose="020B0604020202020204" pitchFamily="34" charset="0"/>
              <a:buChar char="•"/>
            </a:pPr>
            <a:r>
              <a:rPr lang="en-US" sz="3200"/>
              <a:t>Emergency Shade Kit (ref. IOM kit) </a:t>
            </a:r>
          </a:p>
          <a:p>
            <a:pPr marL="285750" indent="-285750">
              <a:lnSpc>
                <a:spcPct val="150000"/>
              </a:lnSpc>
              <a:buFont typeface="Arial" panose="020B0604020202020204" pitchFamily="34" charset="0"/>
              <a:buChar char="•"/>
            </a:pPr>
            <a:r>
              <a:rPr lang="en-US" sz="3200"/>
              <a:t>Emergency Shelter Kit (ESK) Development Updates</a:t>
            </a:r>
          </a:p>
          <a:p>
            <a:pPr marL="285750" indent="-285750">
              <a:lnSpc>
                <a:spcPct val="150000"/>
              </a:lnSpc>
              <a:buFont typeface="Arial" panose="020B0604020202020204" pitchFamily="34" charset="0"/>
              <a:buChar char="•"/>
            </a:pPr>
            <a:r>
              <a:rPr lang="en-US" sz="3200"/>
              <a:t>Harmonization of Mid-Term Shelter (MTS) Activities</a:t>
            </a:r>
          </a:p>
          <a:p>
            <a:pPr marL="285750" indent="-285750">
              <a:lnSpc>
                <a:spcPct val="150000"/>
              </a:lnSpc>
              <a:buFont typeface="Arial" panose="020B0604020202020204" pitchFamily="34" charset="0"/>
              <a:buChar char="•"/>
            </a:pPr>
            <a:r>
              <a:rPr lang="en-US" sz="3200"/>
              <a:t>Temporary Safer Shelter (TSS) </a:t>
            </a:r>
          </a:p>
          <a:p>
            <a:pPr marL="914400" lvl="1" indent="-457200">
              <a:lnSpc>
                <a:spcPct val="150000"/>
              </a:lnSpc>
              <a:buFont typeface="Courier New" panose="02070309020205020404" pitchFamily="49" charset="0"/>
              <a:buChar char="o"/>
            </a:pPr>
            <a:r>
              <a:rPr lang="en-US" sz="3200"/>
              <a:t>Shelter Repair Kit</a:t>
            </a:r>
          </a:p>
          <a:p>
            <a:pPr marL="285750" indent="-285750">
              <a:lnSpc>
                <a:spcPct val="150000"/>
              </a:lnSpc>
              <a:buFont typeface="Arial" panose="020B0604020202020204" pitchFamily="34" charset="0"/>
              <a:buChar char="•"/>
            </a:pPr>
            <a:endParaRPr lang="en-US" sz="3200"/>
          </a:p>
          <a:p>
            <a:pPr marL="285750" indent="-285750">
              <a:lnSpc>
                <a:spcPct val="150000"/>
              </a:lnSpc>
              <a:buFont typeface="Arial" panose="020B0604020202020204" pitchFamily="34" charset="0"/>
              <a:buChar char="•"/>
            </a:pPr>
            <a:endParaRPr lang="en-US" sz="3200"/>
          </a:p>
          <a:p>
            <a:pPr marL="285750" marR="0" indent="-285750">
              <a:buFont typeface="Arial" panose="020B0604020202020204" pitchFamily="34" charset="0"/>
              <a:buChar char="•"/>
            </a:pPr>
            <a:endParaRPr lang="en-US" sz="32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662611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Joint Protection Monitoring 2023 - 6 March 2024">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UNHCR2016">
  <a:themeElements>
    <a:clrScheme name="UNHCR2016">
      <a:dk1>
        <a:sysClr val="windowText" lastClr="000000"/>
      </a:dk1>
      <a:lt1>
        <a:sysClr val="window" lastClr="FFFFFF"/>
      </a:lt1>
      <a:dk2>
        <a:srgbClr val="FFFFFF"/>
      </a:dk2>
      <a:lt2>
        <a:srgbClr val="0072BC"/>
      </a:lt2>
      <a:accent1>
        <a:srgbClr val="0072BC"/>
      </a:accent1>
      <a:accent2>
        <a:srgbClr val="000000"/>
      </a:accent2>
      <a:accent3>
        <a:srgbClr val="FAEB00"/>
      </a:accent3>
      <a:accent4>
        <a:srgbClr val="17375F"/>
      </a:accent4>
      <a:accent5>
        <a:srgbClr val="08B499"/>
      </a:accent5>
      <a:accent6>
        <a:srgbClr val="EF4960"/>
      </a:accent6>
      <a:hlink>
        <a:srgbClr val="0072BC"/>
      </a:hlink>
      <a:folHlink>
        <a:srgbClr val="0072BC"/>
      </a:folHlink>
    </a:clrScheme>
    <a:fontScheme name="UNHCR2016">
      <a:majorFont>
        <a:latin typeface="Arial"/>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322F6DA9-7501-4201-8B6E-9B662A7F1612}" vid="{BB4A5A49-08E6-45D3-A88A-BBB35E345F72}"/>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defPPr algn="l">
          <a:buChar char="•"/>
          <a:defRPr dirty="0"/>
        </a:defPPr>
      </a:lst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14bfe310-4730-4037-aa5c-c6767e683983" xsi:nil="true"/>
    <lcf76f155ced4ddcb4097134ff3c332f xmlns="af39f888-1d54-44c1-9147-d2b2eb8b326f">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1438BF9FE2A4C49A333E78207BCF157" ma:contentTypeVersion="13" ma:contentTypeDescription="Create a new document." ma:contentTypeScope="" ma:versionID="379dfeea6475164798936b9e50b24299">
  <xsd:schema xmlns:xsd="http://www.w3.org/2001/XMLSchema" xmlns:xs="http://www.w3.org/2001/XMLSchema" xmlns:p="http://schemas.microsoft.com/office/2006/metadata/properties" xmlns:ns2="af39f888-1d54-44c1-9147-d2b2eb8b326f" xmlns:ns3="14bfe310-4730-4037-aa5c-c6767e683983" targetNamespace="http://schemas.microsoft.com/office/2006/metadata/properties" ma:root="true" ma:fieldsID="8b97ecff4b8d51f006df2947b04de14b" ns2:_="" ns3:_="">
    <xsd:import namespace="af39f888-1d54-44c1-9147-d2b2eb8b326f"/>
    <xsd:import namespace="14bfe310-4730-4037-aa5c-c6767e68398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39f888-1d54-44c1-9147-d2b2eb8b32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53f610b-9ee9-4302-9a9e-eaae0f0c7bd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4bfe310-4730-4037-aa5c-c6767e68398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e40d5fb-3dca-4be0-a365-84c3cd155459}" ma:internalName="TaxCatchAll" ma:showField="CatchAllData" ma:web="14bfe310-4730-4037-aa5c-c6767e6839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E87699-2F35-4F87-AE15-1D0B9DBDF996}">
  <ds:schemaRefs>
    <ds:schemaRef ds:uri="14bfe310-4730-4037-aa5c-c6767e683983"/>
    <ds:schemaRef ds:uri="af39f888-1d54-44c1-9147-d2b2eb8b326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C9FD7CC8-EB01-4D78-A508-8537BE2A0940}">
  <ds:schemaRefs>
    <ds:schemaRef ds:uri="http://schemas.microsoft.com/sharepoint/v3/contenttype/forms"/>
  </ds:schemaRefs>
</ds:datastoreItem>
</file>

<file path=customXml/itemProps3.xml><?xml version="1.0" encoding="utf-8"?>
<ds:datastoreItem xmlns:ds="http://schemas.openxmlformats.org/officeDocument/2006/customXml" ds:itemID="{5DB73413-0B7A-470F-964A-9F48D02D73D5}">
  <ds:schemaRefs>
    <ds:schemaRef ds:uri="14bfe310-4730-4037-aa5c-c6767e683983"/>
    <ds:schemaRef ds:uri="af39f888-1d54-44c1-9147-d2b2eb8b326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059aa38-f392-4105-be92-628035578272}" enabled="1" method="Standard" siteId="{1588262d-23fb-43b4-bd6e-bce49c8e6186}" removed="0"/>
</clbl:labelList>
</file>

<file path=docProps/app.xml><?xml version="1.0" encoding="utf-8"?>
<Properties xmlns="http://schemas.openxmlformats.org/officeDocument/2006/extended-properties" xmlns:vt="http://schemas.openxmlformats.org/officeDocument/2006/docPropsVTypes">
  <TotalTime>46</TotalTime>
  <Words>1638</Words>
  <Application>Microsoft Office PowerPoint</Application>
  <PresentationFormat>Widescreen</PresentationFormat>
  <Paragraphs>198</Paragraphs>
  <Slides>12</Slides>
  <Notes>7</Notes>
  <HiddenSlides>0</HiddenSlides>
  <MMClips>0</MMClips>
  <ScaleCrop>false</ScaleCrop>
  <HeadingPairs>
    <vt:vector size="6" baseType="variant">
      <vt:variant>
        <vt:lpstr>Fonts Used</vt:lpstr>
      </vt:variant>
      <vt:variant>
        <vt:i4>16</vt:i4>
      </vt:variant>
      <vt:variant>
        <vt:lpstr>Theme</vt:lpstr>
      </vt:variant>
      <vt:variant>
        <vt:i4>5</vt:i4>
      </vt:variant>
      <vt:variant>
        <vt:lpstr>Slide Titles</vt:lpstr>
      </vt:variant>
      <vt:variant>
        <vt:i4>12</vt:i4>
      </vt:variant>
    </vt:vector>
  </HeadingPairs>
  <TitlesOfParts>
    <vt:vector size="33" baseType="lpstr">
      <vt:lpstr>MS PGothic</vt:lpstr>
      <vt:lpstr>Aptos</vt:lpstr>
      <vt:lpstr>Aptos Display</vt:lpstr>
      <vt:lpstr>Arial</vt:lpstr>
      <vt:lpstr>Arial Narrow</vt:lpstr>
      <vt:lpstr>Bookman Old Style</vt:lpstr>
      <vt:lpstr>Calibri</vt:lpstr>
      <vt:lpstr>Calibri Light</vt:lpstr>
      <vt:lpstr>Courier New</vt:lpstr>
      <vt:lpstr>Inter</vt:lpstr>
      <vt:lpstr>Open Sans 2</vt:lpstr>
      <vt:lpstr>Poppins Bold</vt:lpstr>
      <vt:lpstr>Proxima Nova Rg</vt:lpstr>
      <vt:lpstr>Segoe UI</vt:lpstr>
      <vt:lpstr>Times New Roman</vt:lpstr>
      <vt:lpstr>Trebuchet MS</vt:lpstr>
      <vt:lpstr>Office Theme</vt:lpstr>
      <vt:lpstr>Joint Protection Monitoring 2023 - 6 March 2024</vt:lpstr>
      <vt:lpstr>UNHCR2016</vt:lpstr>
      <vt:lpstr>3_Office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SCCCM Sector Coordination Meeting</dc:title>
  <dc:creator>Christopher Gerard Dagnall</dc:creator>
  <cp:lastModifiedBy>Mohammed Amimul Shakib</cp:lastModifiedBy>
  <cp:revision>2</cp:revision>
  <dcterms:created xsi:type="dcterms:W3CDTF">2024-03-20T05:15:50Z</dcterms:created>
  <dcterms:modified xsi:type="dcterms:W3CDTF">2026-10-04T20:57:23Z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059aa38-f392-4105-be92-628035578272_Enabled">
    <vt:lpwstr>true</vt:lpwstr>
  </property>
  <property fmtid="{D5CDD505-2E9C-101B-9397-08002B2CF9AE}" pid="3" name="MSIP_Label_2059aa38-f392-4105-be92-628035578272_SetDate">
    <vt:lpwstr>2024-03-20T08:11:29Z</vt:lpwstr>
  </property>
  <property fmtid="{D5CDD505-2E9C-101B-9397-08002B2CF9AE}" pid="4" name="MSIP_Label_2059aa38-f392-4105-be92-628035578272_Method">
    <vt:lpwstr>Standard</vt:lpwstr>
  </property>
  <property fmtid="{D5CDD505-2E9C-101B-9397-08002B2CF9AE}" pid="5" name="MSIP_Label_2059aa38-f392-4105-be92-628035578272_Name">
    <vt:lpwstr>IOMLb0020IN123173</vt:lpwstr>
  </property>
  <property fmtid="{D5CDD505-2E9C-101B-9397-08002B2CF9AE}" pid="6" name="MSIP_Label_2059aa38-f392-4105-be92-628035578272_SiteId">
    <vt:lpwstr>1588262d-23fb-43b4-bd6e-bce49c8e6186</vt:lpwstr>
  </property>
  <property fmtid="{D5CDD505-2E9C-101B-9397-08002B2CF9AE}" pid="7" name="MSIP_Label_2059aa38-f392-4105-be92-628035578272_ActionId">
    <vt:lpwstr>37e45b62-a830-4ee3-8ea9-8f0325e8bbe7</vt:lpwstr>
  </property>
  <property fmtid="{D5CDD505-2E9C-101B-9397-08002B2CF9AE}" pid="8" name="MSIP_Label_2059aa38-f392-4105-be92-628035578272_ContentBits">
    <vt:lpwstr>0</vt:lpwstr>
  </property>
  <property fmtid="{D5CDD505-2E9C-101B-9397-08002B2CF9AE}" pid="9" name="MediaServiceImageTags">
    <vt:lpwstr/>
  </property>
  <property fmtid="{D5CDD505-2E9C-101B-9397-08002B2CF9AE}" pid="10" name="ContentTypeId">
    <vt:lpwstr>0x01010071438BF9FE2A4C49A333E78207BCF157</vt:lpwstr>
  </property>
</Properties>
</file>